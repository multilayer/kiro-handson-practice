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embeddedFontLst>
    <p:embeddedFont>
      <p:font typeface="JetBrains Mono" panose="02000009000000000000" pitchFamily="49" charset="0"/>
      <p:regular r:id="rId33"/>
      <p:bold r:id="rId3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font" Target="fonts/font1.fntdata"/><Relationship Id="rId34"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このスライドは全体の地図です。実際の操作は、リポジトリの docs/ にある手順書を見ながら進めます。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B"/>
        </a:solidFill>
      </p:bgPr>
    </p:bg>
    <p:spTree>
      <p:nvGrpSpPr>
        <p:cNvPr id="1" name=""/>
        <p:cNvGrpSpPr/>
        <p:nvPr/>
      </p:nvGrpSpPr>
      <p:grpSpPr>
        <a:xfrm>
          <a:off x="0" y="0"/>
          <a:ext cx="0" cy="0"/>
          <a:chOff x="0" y="0"/>
          <a:chExt cx="0" cy="0"/>
        </a:xfrm>
      </p:grpSpPr>
      <p:sp>
        <p:nvSpPr>
          <p:cNvPr id="2" name="Title Placeholder 1"/>
          <p:cNvSpPr/>
          <p:nvPr>
            <p:ph type="title"/>
          </p:nvPr>
        </p:nvSpPr>
        <p:spPr>
          <a:xfrm>
            <a:off x="1716584" y="711200"/>
            <a:ext cx="5120580" cy="438150"/>
          </a:xfrm>
          <a:prstGeom prst="rect">
            <a:avLst/>
          </a:prstGeom>
          <a:noFill/>
          <a:ln/>
        </p:spPr>
        <p:txBody>
          <a:bodyPr wrap="square" lIns="0" tIns="0" rIns="0" bIns="0" rtlCol="0" anchor="t"/>
          <a:lstStyle>
            <a:lvl1pPr algn="l" indent="0" marL="0">
              <a:lnSpc>
                <a:spcPct val="115000"/>
              </a:lnSpc>
              <a:buNone/>
              <a:defRPr lang="en-US" sz="3000" dirty="0">
                <a:solidFill>
                  <a:srgbClr val="1E1B3A"/>
                </a:solidFill>
                <a:latin typeface="Noto Sans JP" pitchFamily="34" charset="0"/>
                <a:ea typeface="Noto Sans JP" pitchFamily="34" charset="-122"/>
                <a:cs typeface="Noto Sans JP"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1716584" y="1454150"/>
            <a:ext cx="9662616" cy="4591050"/>
          </a:xfrm>
          <a:prstGeom prst="rect">
            <a:avLst/>
          </a:prstGeom>
          <a:noFill/>
          <a:ln/>
        </p:spPr>
        <p:txBody>
          <a:bodyPr wrap="square" lIns="0" tIns="0" rIns="0" bIns="0" rtlCol="0" anchor="t"/>
          <a:lstStyle>
            <a:lvl1pPr algn="l" indent="0" marL="0">
              <a:lnSpc>
                <a:spcPct val="140000"/>
              </a:lnSpc>
              <a:buNone/>
              <a:defRPr lang="en-US" sz="1600" dirty="0">
                <a:solidFill>
                  <a:srgbClr val="1E1B3A"/>
                </a:solidFill>
                <a:latin typeface="Noto Sans JP" pitchFamily="34" charset="0"/>
                <a:ea typeface="Noto Sans JP" pitchFamily="34" charset="-122"/>
                <a:cs typeface="Noto Sans JP"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B"/>
        </a:solidFill>
      </p:bgPr>
    </p:bg>
    <p:spTree>
      <p:nvGrpSpPr>
        <p:cNvPr id="1" name=""/>
        <p:cNvGrpSpPr/>
        <p:nvPr/>
      </p:nvGrpSpPr>
      <p:grpSpPr>
        <a:xfrm>
          <a:off x="0" y="0"/>
          <a:ext cx="0" cy="0"/>
          <a:chOff x="0" y="0"/>
          <a:chExt cx="0" cy="0"/>
        </a:xfrm>
      </p:grpSpPr>
      <p:sp>
        <p:nvSpPr>
          <p:cNvPr id="2" name="Title Placeholder 1"/>
          <p:cNvSpPr/>
          <p:nvPr>
            <p:ph type="title"/>
          </p:nvPr>
        </p:nvSpPr>
        <p:spPr>
          <a:xfrm>
            <a:off x="1716584" y="711200"/>
            <a:ext cx="5120580" cy="438150"/>
          </a:xfrm>
          <a:prstGeom prst="rect">
            <a:avLst/>
          </a:prstGeom>
          <a:noFill/>
          <a:ln/>
        </p:spPr>
        <p:txBody>
          <a:bodyPr wrap="square" lIns="0" tIns="0" rIns="0" bIns="0" rtlCol="0" anchor="t"/>
          <a:lstStyle>
            <a:lvl1pPr algn="l" indent="0" marL="0">
              <a:lnSpc>
                <a:spcPct val="115000"/>
              </a:lnSpc>
              <a:buNone/>
              <a:defRPr lang="en-US" sz="3000" dirty="0">
                <a:solidFill>
                  <a:srgbClr val="1E1B3A"/>
                </a:solidFill>
                <a:latin typeface="Noto Sans JP" pitchFamily="34" charset="0"/>
                <a:ea typeface="Noto Sans JP" pitchFamily="34" charset="-122"/>
                <a:cs typeface="Noto Sans JP"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1716584" y="1454150"/>
            <a:ext cx="9662616" cy="4591050"/>
          </a:xfrm>
          <a:prstGeom prst="rect">
            <a:avLst/>
          </a:prstGeom>
          <a:noFill/>
          <a:ln/>
        </p:spPr>
        <p:txBody>
          <a:bodyPr wrap="square" lIns="0" tIns="0" rIns="0" bIns="0" rtlCol="0" anchor="t"/>
          <a:lstStyle>
            <a:lvl1pPr algn="l" indent="0" marL="0">
              <a:lnSpc>
                <a:spcPct val="140000"/>
              </a:lnSpc>
              <a:buNone/>
              <a:defRPr lang="en-US" sz="1600" dirty="0">
                <a:solidFill>
                  <a:srgbClr val="1E1B3A"/>
                </a:solidFill>
                <a:latin typeface="Noto Sans JP" pitchFamily="34" charset="0"/>
                <a:ea typeface="Noto Sans JP" pitchFamily="34" charset="-122"/>
                <a:cs typeface="Noto Sans JP"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slideLayout" Target="../slideLayouts/slideLayout2.xml"/><Relationship Id="rId1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3A"/>
        </a:solidFill>
      </p:bgPr>
    </p:bg>
    <p:spTree>
      <p:nvGrpSpPr>
        <p:cNvPr id="1" name=""/>
        <p:cNvGrpSpPr/>
        <p:nvPr/>
      </p:nvGrpSpPr>
      <p:grpSpPr>
        <a:xfrm>
          <a:off x="0" y="0"/>
          <a:ext cx="0" cy="0"/>
          <a:chOff x="0" y="0"/>
          <a:chExt cx="0" cy="0"/>
        </a:xfrm>
      </p:grpSpPr>
      <p:sp>
        <p:nvSpPr>
          <p:cNvPr id="2" name="Shape 0"/>
          <p:cNvSpPr/>
          <p:nvPr/>
        </p:nvSpPr>
        <p:spPr>
          <a:xfrm>
            <a:off x="7874000" y="952500"/>
            <a:ext cx="3302000" cy="3302000"/>
          </a:xfrm>
          <a:prstGeom prst="roundRect">
            <a:avLst>
              <a:gd name="adj" fmla="val 49231"/>
            </a:avLst>
          </a:prstGeom>
          <a:gradFill rotWithShape="1">
            <a:gsLst>
              <a:gs pos="0">
                <a:srgbClr val="6A4BE0">
                  <a:alpha val="85000"/>
                </a:srgbClr>
              </a:gs>
              <a:gs pos="70000">
                <a:srgbClr val="1E1B3A">
                  <a:alpha val="85000"/>
                </a:srgbClr>
              </a:gs>
            </a:gsLst>
            <a:path path="circle">
              <a:fillToRect l="50000" t="50000" r="50000" b="50000"/>
            </a:path>
          </a:gradFill>
          <a:ln/>
        </p:spPr>
      </p:sp>
      <p:pic>
        <p:nvPicPr>
          <p:cNvPr id="3" name="Image 0" descr="Code">    </p:cNvPr>
          <p:cNvPicPr>
            <a:picLocks noChangeAspect="1"/>
          </p:cNvPicPr>
          <p:nvPr/>
        </p:nvPicPr>
        <p:blipFill>
          <a:blip r:embed="rId1"/>
          <a:srcRect l="0" r="0" t="0" b="0"/>
          <a:stretch/>
        </p:blipFill>
        <p:spPr>
          <a:xfrm>
            <a:off x="9017000" y="2095500"/>
            <a:ext cx="1016000" cy="1016000"/>
          </a:xfrm>
          <a:prstGeom prst="rect">
            <a:avLst/>
          </a:prstGeom>
        </p:spPr>
      </p:pic>
      <p:sp>
        <p:nvSpPr>
          <p:cNvPr id="4" name="Text 1"/>
          <p:cNvSpPr/>
          <p:nvPr/>
        </p:nvSpPr>
        <p:spPr>
          <a:xfrm>
            <a:off x="812800" y="245745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B9A8FF"/>
                </a:solidFill>
                <a:latin typeface="Noto Sans JP" pitchFamily="34" charset="0"/>
                <a:ea typeface="Noto Sans JP" pitchFamily="34" charset="-122"/>
                <a:cs typeface="Noto Sans JP" pitchFamily="34" charset="-120"/>
              </a:rPr>
              <a:t>HANDS-ON</a:t>
            </a:r>
            <a:endParaRPr lang="en-US" sz="1600" dirty="0"/>
          </a:p>
        </p:txBody>
      </p:sp>
      <p:sp>
        <p:nvSpPr>
          <p:cNvPr id="5" name="Text 2"/>
          <p:cNvSpPr/>
          <p:nvPr>
            <p:ph type="title"/>
          </p:nvPr>
        </p:nvSpPr>
        <p:spPr>
          <a:xfrm>
            <a:off x="812800" y="2995910"/>
            <a:ext cx="10883392" cy="784820"/>
          </a:xfrm>
          <a:prstGeom prst="rect">
            <a:avLst/>
          </a:prstGeom>
          <a:noFill/>
          <a:ln/>
        </p:spPr>
        <p:txBody>
          <a:bodyPr wrap="square" lIns="0" tIns="0" rIns="0" bIns="0" rtlCol="0" anchor="t">
            <a:normAutofit/>
          </a:bodyPr>
          <a:lstStyle/>
          <a:p>
            <a:pPr algn="l" indent="0" marL="0">
              <a:lnSpc>
                <a:spcPts val="5980"/>
              </a:lnSpc>
              <a:buNone/>
            </a:pPr>
            <a:r>
              <a:rPr lang="en-US" sz="5200" b="1" i="0" dirty="0">
                <a:solidFill>
                  <a:srgbClr val="F7F6FB"/>
                </a:solidFill>
                <a:latin typeface="Noto Sans JP" pitchFamily="34" charset="0"/>
                <a:ea typeface="Noto Sans JP" pitchFamily="34" charset="-122"/>
                <a:cs typeface="Noto Sans JP" pitchFamily="34" charset="-120"/>
              </a:rPr>
              <a:t>Kiro ハンズオン</a:t>
            </a:r>
            <a:endParaRPr lang="en-US" sz="5200" dirty="0"/>
          </a:p>
        </p:txBody>
      </p:sp>
      <p:sp>
        <p:nvSpPr>
          <p:cNvPr id="6" name="Text 3"/>
          <p:cNvSpPr/>
          <p:nvPr/>
        </p:nvSpPr>
        <p:spPr>
          <a:xfrm>
            <a:off x="812800" y="400933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7F6FB"/>
                </a:solidFill>
                <a:latin typeface="Noto Sans JP" pitchFamily="34" charset="0"/>
                <a:ea typeface="Noto Sans JP" pitchFamily="34" charset="-122"/>
                <a:cs typeface="Noto Sans JP" pitchFamily="34" charset="-120"/>
              </a:rPr>
              <a:t>はじめての AI駆動開発を、ひとりで一歩ずつ</a:t>
            </a:r>
            <a:endParaRPr lang="en-US" sz="2200" dirty="0"/>
          </a:p>
        </p:txBody>
      </p:sp>
      <p:sp>
        <p:nvSpPr>
          <p:cNvPr id="7" name="Text 4"/>
          <p:cNvSpPr/>
          <p:nvPr/>
        </p:nvSpPr>
        <p:spPr>
          <a:xfrm>
            <a:off x="812800" y="5999559"/>
            <a:ext cx="784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A8FF"/>
                </a:solidFill>
                <a:latin typeface="JetBrains Mono" pitchFamily="49" charset="0"/>
                <a:ea typeface="JetBrains Mono" pitchFamily="49" charset="-122"/>
                <a:cs typeface="JetBrains Mono" pitchFamily="49" charset="-120"/>
              </a:rPr>
              <a:t>github.com/multilayer/kiro-handson-practice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B"/>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1B3A"/>
                </a:solidFill>
                <a:latin typeface="Noto Sans JP" pitchFamily="34" charset="0"/>
                <a:ea typeface="Noto Sans JP" pitchFamily="34" charset="-122"/>
                <a:cs typeface="Noto Sans JP" pitchFamily="34" charset="-120"/>
              </a:rPr>
              <a:t>このハンズオンの前提</a:t>
            </a:r>
            <a:endParaRPr lang="en-US" sz="3200" dirty="0"/>
          </a:p>
        </p:txBody>
      </p:sp>
      <p:sp>
        <p:nvSpPr>
          <p:cNvPr id="3" name="Shape 1"/>
          <p:cNvSpPr/>
          <p:nvPr/>
        </p:nvSpPr>
        <p:spPr>
          <a:xfrm>
            <a:off x="812800" y="1483320"/>
            <a:ext cx="3386634" cy="2580580"/>
          </a:xfrm>
          <a:prstGeom prst="roundRect">
            <a:avLst>
              <a:gd name="adj" fmla="val 5906"/>
            </a:avLst>
          </a:prstGeom>
          <a:solidFill>
            <a:srgbClr val="FFFFFF"/>
          </a:solidFill>
          <a:ln/>
          <a:effectLst>
            <a:outerShdw sx="100000" sy="100000" kx="0" ky="0" algn="bl" rotWithShape="0" blurRad="152400" dist="50800" dir="5400000">
              <a:srgbClr val="1E1B3A">
                <a:alpha val="8000"/>
              </a:srgbClr>
            </a:outerShdw>
          </a:effectLst>
        </p:spPr>
      </p:sp>
      <p:pic>
        <p:nvPicPr>
          <p:cNvPr id="4" name="Image 0" descr="Key">    </p:cNvPr>
          <p:cNvPicPr>
            <a:picLocks noChangeAspect="1"/>
          </p:cNvPicPr>
          <p:nvPr/>
        </p:nvPicPr>
        <p:blipFill>
          <a:blip r:embed="rId1"/>
          <a:srcRect l="0" r="0" t="0" b="0"/>
          <a:stretch/>
        </p:blipFill>
        <p:spPr>
          <a:xfrm>
            <a:off x="1117600" y="1788120"/>
            <a:ext cx="558800" cy="558800"/>
          </a:xfrm>
          <a:prstGeom prst="rect">
            <a:avLst/>
          </a:prstGeom>
        </p:spPr>
      </p:pic>
      <p:sp>
        <p:nvSpPr>
          <p:cNvPr id="5" name="Text 2"/>
          <p:cNvSpPr/>
          <p:nvPr/>
        </p:nvSpPr>
        <p:spPr>
          <a:xfrm>
            <a:off x="1117600" y="2473920"/>
            <a:ext cx="286034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E1B3A"/>
                </a:solidFill>
                <a:latin typeface="Noto Sans JP" pitchFamily="34" charset="0"/>
                <a:ea typeface="Noto Sans JP" pitchFamily="34" charset="-122"/>
                <a:cs typeface="Noto Sans JP" pitchFamily="34" charset="-120"/>
              </a:rPr>
              <a:t>Kiro は自分で用意</a:t>
            </a:r>
            <a:endParaRPr lang="en-US" sz="2000" dirty="0"/>
          </a:p>
        </p:txBody>
      </p:sp>
      <p:sp>
        <p:nvSpPr>
          <p:cNvPr id="6" name="Text 3"/>
          <p:cNvSpPr/>
          <p:nvPr/>
        </p:nvSpPr>
        <p:spPr>
          <a:xfrm>
            <a:off x="1117600" y="2905720"/>
            <a:ext cx="2860345"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4A4760"/>
                </a:solidFill>
                <a:latin typeface="Noto Sans JP" pitchFamily="34" charset="0"/>
                <a:ea typeface="Noto Sans JP" pitchFamily="34" charset="-122"/>
                <a:cs typeface="Noto Sans JP" pitchFamily="34" charset="-120"/>
              </a:rPr>
              <a:t>GitHub などでサインイン。</a:t>
            </a:r>
            <a:endParaRPr lang="en-US" sz="1400" dirty="0"/>
          </a:p>
          <a:p>
            <a:pPr algn="l" indent="0" marL="0">
              <a:lnSpc>
                <a:spcPts val="2240"/>
              </a:lnSpc>
              <a:buNone/>
            </a:pPr>
            <a:r>
              <a:rPr lang="en-US" sz="1400" dirty="0">
                <a:solidFill>
                  <a:srgbClr val="4A4760"/>
                </a:solidFill>
                <a:latin typeface="Noto Sans JP" pitchFamily="34" charset="0"/>
                <a:ea typeface="Noto Sans JP" pitchFamily="34" charset="-122"/>
                <a:cs typeface="Noto Sans JP" pitchFamily="34" charset="-120"/>
              </a:rPr>
              <a:t>無料プランから始められます</a:t>
            </a:r>
            <a:endParaRPr lang="en-US" sz="1400" dirty="0"/>
          </a:p>
        </p:txBody>
      </p:sp>
      <p:sp>
        <p:nvSpPr>
          <p:cNvPr id="7" name="Shape 4"/>
          <p:cNvSpPr/>
          <p:nvPr/>
        </p:nvSpPr>
        <p:spPr>
          <a:xfrm>
            <a:off x="4402634" y="1483320"/>
            <a:ext cx="3386634" cy="2580580"/>
          </a:xfrm>
          <a:prstGeom prst="roundRect">
            <a:avLst>
              <a:gd name="adj" fmla="val 5906"/>
            </a:avLst>
          </a:prstGeom>
          <a:solidFill>
            <a:srgbClr val="FFFFFF"/>
          </a:solidFill>
          <a:ln/>
          <a:effectLst>
            <a:outerShdw sx="100000" sy="100000" kx="0" ky="0" algn="bl" rotWithShape="0" blurRad="152400" dist="50800" dir="5400000">
              <a:srgbClr val="1E1B3A">
                <a:alpha val="8000"/>
              </a:srgbClr>
            </a:outerShdw>
          </a:effectLst>
        </p:spPr>
      </p:sp>
      <p:pic>
        <p:nvPicPr>
          <p:cNvPr id="8" name="Image 1" descr="Database">    </p:cNvPr>
          <p:cNvPicPr>
            <a:picLocks noChangeAspect="1"/>
          </p:cNvPicPr>
          <p:nvPr/>
        </p:nvPicPr>
        <p:blipFill>
          <a:blip r:embed="rId2"/>
          <a:srcRect l="0" r="0" t="0" b="0"/>
          <a:stretch/>
        </p:blipFill>
        <p:spPr>
          <a:xfrm>
            <a:off x="4707434" y="1788120"/>
            <a:ext cx="558800" cy="558800"/>
          </a:xfrm>
          <a:prstGeom prst="rect">
            <a:avLst/>
          </a:prstGeom>
        </p:spPr>
      </p:pic>
      <p:sp>
        <p:nvSpPr>
          <p:cNvPr id="9" name="Text 5"/>
          <p:cNvSpPr/>
          <p:nvPr/>
        </p:nvSpPr>
        <p:spPr>
          <a:xfrm>
            <a:off x="4707434" y="2473920"/>
            <a:ext cx="2860345" cy="299641"/>
          </a:xfrm>
          <a:prstGeom prst="rect">
            <a:avLst/>
          </a:prstGeom>
          <a:noFill/>
          <a:ln/>
        </p:spPr>
        <p:txBody>
          <a:bodyPr wrap="none" lIns="0" tIns="0" rIns="0" bIns="0" rtlCol="0" anchor="t">
            <a:normAutofit/>
          </a:bodyPr>
          <a:lstStyle/>
          <a:p>
            <a:pPr algn="l" indent="0" marL="0">
              <a:lnSpc>
                <a:spcPts val="2160"/>
              </a:lnSpc>
              <a:buNone/>
            </a:pPr>
            <a:r>
              <a:rPr lang="en-US" sz="1800" b="1" dirty="0">
                <a:solidFill>
                  <a:srgbClr val="1E1B3A"/>
                </a:solidFill>
                <a:latin typeface="Noto Sans JP" pitchFamily="34" charset="0"/>
                <a:ea typeface="Noto Sans JP" pitchFamily="34" charset="-122"/>
                <a:cs typeface="Noto Sans JP" pitchFamily="34" charset="-120"/>
              </a:rPr>
              <a:t>自分の GitHub にコピー</a:t>
            </a:r>
            <a:endParaRPr lang="en-US" sz="1800" dirty="0"/>
          </a:p>
        </p:txBody>
      </p:sp>
      <p:sp>
        <p:nvSpPr>
          <p:cNvPr id="10" name="Text 6"/>
          <p:cNvSpPr/>
          <p:nvPr/>
        </p:nvSpPr>
        <p:spPr>
          <a:xfrm>
            <a:off x="4707434" y="2875161"/>
            <a:ext cx="2860345"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4A4760"/>
                </a:solidFill>
                <a:latin typeface="Noto Sans JP" pitchFamily="34" charset="0"/>
                <a:ea typeface="Noto Sans JP" pitchFamily="34" charset="-122"/>
                <a:cs typeface="Noto Sans JP" pitchFamily="34" charset="-120"/>
              </a:rPr>
              <a:t>「Use this template」で</a:t>
            </a:r>
            <a:endParaRPr lang="en-US" sz="1400" dirty="0"/>
          </a:p>
          <a:p>
            <a:pPr algn="l" indent="0" marL="0">
              <a:lnSpc>
                <a:spcPts val="2240"/>
              </a:lnSpc>
              <a:buNone/>
            </a:pPr>
            <a:r>
              <a:rPr lang="en-US" sz="1400" dirty="0">
                <a:solidFill>
                  <a:srgbClr val="4A4760"/>
                </a:solidFill>
                <a:latin typeface="Noto Sans JP" pitchFamily="34" charset="0"/>
                <a:ea typeface="Noto Sans JP" pitchFamily="34" charset="-122"/>
                <a:cs typeface="Noto Sans JP" pitchFamily="34" charset="-120"/>
              </a:rPr>
              <a:t>自分のリポジトリを作り、</a:t>
            </a:r>
            <a:endParaRPr lang="en-US" sz="1400" dirty="0"/>
          </a:p>
          <a:p>
            <a:pPr algn="l" indent="0" marL="0">
              <a:lnSpc>
                <a:spcPts val="2240"/>
              </a:lnSpc>
              <a:buNone/>
            </a:pPr>
            <a:r>
              <a:rPr lang="en-US" sz="1400" dirty="0">
                <a:solidFill>
                  <a:srgbClr val="4A4760"/>
                </a:solidFill>
                <a:latin typeface="Noto Sans JP" pitchFamily="34" charset="0"/>
                <a:ea typeface="Noto Sans JP" pitchFamily="34" charset="-122"/>
                <a:cs typeface="Noto Sans JP" pitchFamily="34" charset="-120"/>
              </a:rPr>
              <a:t>その中で自由に練習します</a:t>
            </a:r>
            <a:endParaRPr lang="en-US" sz="1400" dirty="0"/>
          </a:p>
        </p:txBody>
      </p:sp>
      <p:sp>
        <p:nvSpPr>
          <p:cNvPr id="11" name="Shape 7"/>
          <p:cNvSpPr/>
          <p:nvPr/>
        </p:nvSpPr>
        <p:spPr>
          <a:xfrm>
            <a:off x="7992467" y="1483320"/>
            <a:ext cx="3386634" cy="2580580"/>
          </a:xfrm>
          <a:prstGeom prst="roundRect">
            <a:avLst>
              <a:gd name="adj" fmla="val 5906"/>
            </a:avLst>
          </a:prstGeom>
          <a:solidFill>
            <a:srgbClr val="FFFFFF"/>
          </a:solidFill>
          <a:ln/>
          <a:effectLst>
            <a:outerShdw sx="100000" sy="100000" kx="0" ky="0" algn="bl" rotWithShape="0" blurRad="152400" dist="50800" dir="5400000">
              <a:srgbClr val="1E1B3A">
                <a:alpha val="8000"/>
              </a:srgbClr>
            </a:outerShdw>
          </a:effectLst>
        </p:spPr>
      </p:sp>
      <p:pic>
        <p:nvPicPr>
          <p:cNvPr id="12" name="Image 2" descr="Users">    </p:cNvPr>
          <p:cNvPicPr>
            <a:picLocks noChangeAspect="1"/>
          </p:cNvPicPr>
          <p:nvPr/>
        </p:nvPicPr>
        <p:blipFill>
          <a:blip r:embed="rId3"/>
          <a:srcRect l="0" r="0" t="0" b="0"/>
          <a:stretch/>
        </p:blipFill>
        <p:spPr>
          <a:xfrm>
            <a:off x="8297267" y="1788120"/>
            <a:ext cx="558800" cy="558800"/>
          </a:xfrm>
          <a:prstGeom prst="rect">
            <a:avLst/>
          </a:prstGeom>
        </p:spPr>
      </p:pic>
      <p:sp>
        <p:nvSpPr>
          <p:cNvPr id="13" name="Text 8"/>
          <p:cNvSpPr/>
          <p:nvPr/>
        </p:nvSpPr>
        <p:spPr>
          <a:xfrm>
            <a:off x="8297267" y="2473920"/>
            <a:ext cx="286034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E1B3A"/>
                </a:solidFill>
                <a:latin typeface="Noto Sans JP" pitchFamily="34" charset="0"/>
                <a:ea typeface="Noto Sans JP" pitchFamily="34" charset="-122"/>
                <a:cs typeface="Noto Sans JP" pitchFamily="34" charset="-120"/>
              </a:rPr>
              <a:t>ひとりで進められる</a:t>
            </a:r>
            <a:endParaRPr lang="en-US" sz="2000" dirty="0"/>
          </a:p>
        </p:txBody>
      </p:sp>
      <p:sp>
        <p:nvSpPr>
          <p:cNvPr id="14" name="Text 9"/>
          <p:cNvSpPr/>
          <p:nvPr/>
        </p:nvSpPr>
        <p:spPr>
          <a:xfrm>
            <a:off x="8297267" y="2905720"/>
            <a:ext cx="2860345"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4A4760"/>
                </a:solidFill>
                <a:latin typeface="Noto Sans JP" pitchFamily="34" charset="0"/>
                <a:ea typeface="Noto Sans JP" pitchFamily="34" charset="-122"/>
                <a:cs typeface="Noto Sans JP" pitchFamily="34" charset="-120"/>
              </a:rPr>
              <a:t>レビュー役も依頼者役も</a:t>
            </a:r>
            <a:endParaRPr lang="en-US" sz="1400" dirty="0"/>
          </a:p>
          <a:p>
            <a:pPr algn="l" indent="0" marL="0">
              <a:lnSpc>
                <a:spcPts val="2240"/>
              </a:lnSpc>
              <a:buNone/>
            </a:pPr>
            <a:r>
              <a:rPr lang="en-US" sz="1400" dirty="0">
                <a:solidFill>
                  <a:srgbClr val="4A4760"/>
                </a:solidFill>
                <a:latin typeface="Noto Sans JP" pitchFamily="34" charset="0"/>
                <a:ea typeface="Noto Sans JP" pitchFamily="34" charset="-122"/>
                <a:cs typeface="Noto Sans JP" pitchFamily="34" charset="-120"/>
              </a:rPr>
              <a:t>Kiro が担当。</a:t>
            </a:r>
            <a:endParaRPr lang="en-US" sz="1400" dirty="0"/>
          </a:p>
          <a:p>
            <a:pPr algn="l" indent="0" marL="0">
              <a:lnSpc>
                <a:spcPts val="2240"/>
              </a:lnSpc>
              <a:buNone/>
            </a:pPr>
            <a:r>
              <a:rPr lang="en-US" sz="1400" dirty="0">
                <a:solidFill>
                  <a:srgbClr val="4A4760"/>
                </a:solidFill>
                <a:latin typeface="Noto Sans JP" pitchFamily="34" charset="0"/>
                <a:ea typeface="Noto Sans JP" pitchFamily="34" charset="-122"/>
                <a:cs typeface="Noto Sans JP" pitchFamily="34" charset="-120"/>
              </a:rPr>
              <a:t>仲間との勉強会にも使えます</a:t>
            </a:r>
            <a:endParaRPr lang="en-US" sz="1400" dirty="0"/>
          </a:p>
        </p:txBody>
      </p:sp>
      <p:sp>
        <p:nvSpPr>
          <p:cNvPr id="15" name="Text 10"/>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16" name="Text 11"/>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README.md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B"/>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1B3A"/>
                </a:solidFill>
                <a:latin typeface="Noto Sans JP" pitchFamily="34" charset="0"/>
                <a:ea typeface="Noto Sans JP" pitchFamily="34" charset="-122"/>
                <a:cs typeface="Noto Sans JP" pitchFamily="34" charset="-120"/>
              </a:rPr>
              <a:t>全体の地図：準備＋全10回</a:t>
            </a:r>
            <a:endParaRPr lang="en-US" sz="3200" dirty="0"/>
          </a:p>
        </p:txBody>
      </p:sp>
      <p:sp>
        <p:nvSpPr>
          <p:cNvPr id="3" name="Shape 1"/>
          <p:cNvSpPr/>
          <p:nvPr/>
        </p:nvSpPr>
        <p:spPr>
          <a:xfrm>
            <a:off x="812800" y="1432520"/>
            <a:ext cx="2546350" cy="817761"/>
          </a:xfrm>
          <a:prstGeom prst="roundRect">
            <a:avLst>
              <a:gd name="adj" fmla="val 12424"/>
            </a:avLst>
          </a:prstGeom>
          <a:solidFill>
            <a:srgbClr val="ECE8FA"/>
          </a:solidFill>
          <a:ln/>
        </p:spPr>
      </p:sp>
      <p:sp>
        <p:nvSpPr>
          <p:cNvPr id="4" name="Text 2"/>
          <p:cNvSpPr/>
          <p:nvPr/>
        </p:nvSpPr>
        <p:spPr>
          <a:xfrm>
            <a:off x="990600" y="1584920"/>
            <a:ext cx="22564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4BE0"/>
                </a:solidFill>
                <a:latin typeface="Noto Sans JP" pitchFamily="34" charset="0"/>
                <a:ea typeface="Noto Sans JP" pitchFamily="34" charset="-122"/>
                <a:cs typeface="Noto Sans JP" pitchFamily="34" charset="-120"/>
              </a:rPr>
              <a:t>STEP 0</a:t>
            </a:r>
            <a:endParaRPr lang="en-US" sz="1200" dirty="0"/>
          </a:p>
        </p:txBody>
      </p:sp>
      <p:sp>
        <p:nvSpPr>
          <p:cNvPr id="5" name="Text 3"/>
          <p:cNvSpPr/>
          <p:nvPr/>
        </p:nvSpPr>
        <p:spPr>
          <a:xfrm>
            <a:off x="990600" y="1849041"/>
            <a:ext cx="225647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B3A"/>
                </a:solidFill>
                <a:latin typeface="Noto Sans JP" pitchFamily="34" charset="0"/>
                <a:ea typeface="Noto Sans JP" pitchFamily="34" charset="-122"/>
                <a:cs typeface="Noto Sans JP" pitchFamily="34" charset="-120"/>
              </a:rPr>
              <a:t>始める前の準備</a:t>
            </a:r>
            <a:endParaRPr lang="en-US" sz="1400" dirty="0"/>
          </a:p>
        </p:txBody>
      </p:sp>
      <p:sp>
        <p:nvSpPr>
          <p:cNvPr id="6" name="Shape 4"/>
          <p:cNvSpPr/>
          <p:nvPr/>
        </p:nvSpPr>
        <p:spPr>
          <a:xfrm>
            <a:off x="3486150" y="1432520"/>
            <a:ext cx="2546350" cy="817761"/>
          </a:xfrm>
          <a:prstGeom prst="roundRect">
            <a:avLst>
              <a:gd name="adj" fmla="val 12424"/>
            </a:avLst>
          </a:prstGeom>
          <a:solidFill>
            <a:srgbClr val="ECE8FA"/>
          </a:solidFill>
          <a:ln/>
        </p:spPr>
      </p:sp>
      <p:sp>
        <p:nvSpPr>
          <p:cNvPr id="7" name="Text 5"/>
          <p:cNvSpPr/>
          <p:nvPr/>
        </p:nvSpPr>
        <p:spPr>
          <a:xfrm>
            <a:off x="3663950" y="1584920"/>
            <a:ext cx="22564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4BE0"/>
                </a:solidFill>
                <a:latin typeface="Noto Sans JP" pitchFamily="34" charset="0"/>
                <a:ea typeface="Noto Sans JP" pitchFamily="34" charset="-122"/>
                <a:cs typeface="Noto Sans JP" pitchFamily="34" charset="-120"/>
              </a:rPr>
              <a:t>STEP 1</a:t>
            </a:r>
            <a:endParaRPr lang="en-US" sz="1200" dirty="0"/>
          </a:p>
        </p:txBody>
      </p:sp>
      <p:sp>
        <p:nvSpPr>
          <p:cNvPr id="8" name="Text 6"/>
          <p:cNvSpPr/>
          <p:nvPr/>
        </p:nvSpPr>
        <p:spPr>
          <a:xfrm>
            <a:off x="3663950" y="1849041"/>
            <a:ext cx="225647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B3A"/>
                </a:solidFill>
                <a:latin typeface="Noto Sans JP" pitchFamily="34" charset="0"/>
                <a:ea typeface="Noto Sans JP" pitchFamily="34" charset="-122"/>
                <a:cs typeface="Noto Sans JP" pitchFamily="34" charset="-120"/>
              </a:rPr>
              <a:t>ログインとルール</a:t>
            </a:r>
            <a:endParaRPr lang="en-US" sz="1400" dirty="0"/>
          </a:p>
        </p:txBody>
      </p:sp>
      <p:sp>
        <p:nvSpPr>
          <p:cNvPr id="9" name="Shape 7"/>
          <p:cNvSpPr/>
          <p:nvPr/>
        </p:nvSpPr>
        <p:spPr>
          <a:xfrm>
            <a:off x="6159500" y="1432520"/>
            <a:ext cx="2546350" cy="817761"/>
          </a:xfrm>
          <a:prstGeom prst="roundRect">
            <a:avLst>
              <a:gd name="adj" fmla="val 12424"/>
            </a:avLst>
          </a:prstGeom>
          <a:solidFill>
            <a:srgbClr val="FFFFFF"/>
          </a:solidFill>
          <a:ln/>
        </p:spPr>
      </p:sp>
      <p:sp>
        <p:nvSpPr>
          <p:cNvPr id="10" name="Text 8"/>
          <p:cNvSpPr/>
          <p:nvPr/>
        </p:nvSpPr>
        <p:spPr>
          <a:xfrm>
            <a:off x="6337300" y="1584920"/>
            <a:ext cx="22564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4BE0"/>
                </a:solidFill>
                <a:latin typeface="Noto Sans JP" pitchFamily="34" charset="0"/>
                <a:ea typeface="Noto Sans JP" pitchFamily="34" charset="-122"/>
                <a:cs typeface="Noto Sans JP" pitchFamily="34" charset="-120"/>
              </a:rPr>
              <a:t>STEP 2</a:t>
            </a:r>
            <a:endParaRPr lang="en-US" sz="1200" dirty="0"/>
          </a:p>
        </p:txBody>
      </p:sp>
      <p:sp>
        <p:nvSpPr>
          <p:cNvPr id="11" name="Text 9"/>
          <p:cNvSpPr/>
          <p:nvPr/>
        </p:nvSpPr>
        <p:spPr>
          <a:xfrm>
            <a:off x="6337300" y="1849041"/>
            <a:ext cx="225647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B3A"/>
                </a:solidFill>
                <a:latin typeface="Noto Sans JP" pitchFamily="34" charset="0"/>
                <a:ea typeface="Noto Sans JP" pitchFamily="34" charset="-122"/>
                <a:cs typeface="Noto Sans JP" pitchFamily="34" charset="-120"/>
              </a:rPr>
              <a:t>GitHub とクローン</a:t>
            </a:r>
            <a:endParaRPr lang="en-US" sz="1400" dirty="0"/>
          </a:p>
        </p:txBody>
      </p:sp>
      <p:sp>
        <p:nvSpPr>
          <p:cNvPr id="12" name="Shape 10"/>
          <p:cNvSpPr/>
          <p:nvPr/>
        </p:nvSpPr>
        <p:spPr>
          <a:xfrm>
            <a:off x="8832850" y="1432520"/>
            <a:ext cx="2546350" cy="817761"/>
          </a:xfrm>
          <a:prstGeom prst="roundRect">
            <a:avLst>
              <a:gd name="adj" fmla="val 12424"/>
            </a:avLst>
          </a:prstGeom>
          <a:solidFill>
            <a:srgbClr val="FFFFFF"/>
          </a:solidFill>
          <a:ln/>
        </p:spPr>
      </p:sp>
      <p:sp>
        <p:nvSpPr>
          <p:cNvPr id="13" name="Text 11"/>
          <p:cNvSpPr/>
          <p:nvPr/>
        </p:nvSpPr>
        <p:spPr>
          <a:xfrm>
            <a:off x="9010650" y="1584920"/>
            <a:ext cx="22564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4BE0"/>
                </a:solidFill>
                <a:latin typeface="Noto Sans JP" pitchFamily="34" charset="0"/>
                <a:ea typeface="Noto Sans JP" pitchFamily="34" charset="-122"/>
                <a:cs typeface="Noto Sans JP" pitchFamily="34" charset="-120"/>
              </a:rPr>
              <a:t>STEP 3</a:t>
            </a:r>
            <a:endParaRPr lang="en-US" sz="1200" dirty="0"/>
          </a:p>
        </p:txBody>
      </p:sp>
      <p:sp>
        <p:nvSpPr>
          <p:cNvPr id="14" name="Text 12"/>
          <p:cNvSpPr/>
          <p:nvPr/>
        </p:nvSpPr>
        <p:spPr>
          <a:xfrm>
            <a:off x="9010650" y="1849041"/>
            <a:ext cx="225647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B3A"/>
                </a:solidFill>
                <a:latin typeface="Noto Sans JP" pitchFamily="34" charset="0"/>
                <a:ea typeface="Noto Sans JP" pitchFamily="34" charset="-122"/>
                <a:cs typeface="Noto Sans JP" pitchFamily="34" charset="-120"/>
              </a:rPr>
              <a:t>チャットに慣れる</a:t>
            </a:r>
            <a:endParaRPr lang="en-US" sz="1400" dirty="0"/>
          </a:p>
        </p:txBody>
      </p:sp>
      <p:sp>
        <p:nvSpPr>
          <p:cNvPr id="15" name="Shape 13"/>
          <p:cNvSpPr/>
          <p:nvPr/>
        </p:nvSpPr>
        <p:spPr>
          <a:xfrm>
            <a:off x="812800" y="2377281"/>
            <a:ext cx="2546350" cy="817761"/>
          </a:xfrm>
          <a:prstGeom prst="roundRect">
            <a:avLst>
              <a:gd name="adj" fmla="val 12424"/>
            </a:avLst>
          </a:prstGeom>
          <a:solidFill>
            <a:srgbClr val="FFFFFF"/>
          </a:solidFill>
          <a:ln/>
        </p:spPr>
      </p:sp>
      <p:sp>
        <p:nvSpPr>
          <p:cNvPr id="16" name="Text 14"/>
          <p:cNvSpPr/>
          <p:nvPr/>
        </p:nvSpPr>
        <p:spPr>
          <a:xfrm>
            <a:off x="990600" y="2529681"/>
            <a:ext cx="22564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4BE0"/>
                </a:solidFill>
                <a:latin typeface="Noto Sans JP" pitchFamily="34" charset="0"/>
                <a:ea typeface="Noto Sans JP" pitchFamily="34" charset="-122"/>
                <a:cs typeface="Noto Sans JP" pitchFamily="34" charset="-120"/>
              </a:rPr>
              <a:t>STEP 4</a:t>
            </a:r>
            <a:endParaRPr lang="en-US" sz="1200" dirty="0"/>
          </a:p>
        </p:txBody>
      </p:sp>
      <p:sp>
        <p:nvSpPr>
          <p:cNvPr id="17" name="Text 15"/>
          <p:cNvSpPr/>
          <p:nvPr/>
        </p:nvSpPr>
        <p:spPr>
          <a:xfrm>
            <a:off x="990600" y="2793802"/>
            <a:ext cx="225647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B3A"/>
                </a:solidFill>
                <a:latin typeface="Noto Sans JP" pitchFamily="34" charset="0"/>
                <a:ea typeface="Noto Sans JP" pitchFamily="34" charset="-122"/>
                <a:cs typeface="Noto Sans JP" pitchFamily="34" charset="-120"/>
              </a:rPr>
              <a:t>渡し方とやり直し方</a:t>
            </a:r>
            <a:endParaRPr lang="en-US" sz="1400" dirty="0"/>
          </a:p>
        </p:txBody>
      </p:sp>
      <p:sp>
        <p:nvSpPr>
          <p:cNvPr id="18" name="Shape 16"/>
          <p:cNvSpPr/>
          <p:nvPr/>
        </p:nvSpPr>
        <p:spPr>
          <a:xfrm>
            <a:off x="3486150" y="2377281"/>
            <a:ext cx="2546350" cy="817761"/>
          </a:xfrm>
          <a:prstGeom prst="roundRect">
            <a:avLst>
              <a:gd name="adj" fmla="val 12424"/>
            </a:avLst>
          </a:prstGeom>
          <a:solidFill>
            <a:srgbClr val="FFFFFF"/>
          </a:solidFill>
          <a:ln/>
        </p:spPr>
      </p:sp>
      <p:sp>
        <p:nvSpPr>
          <p:cNvPr id="19" name="Text 17"/>
          <p:cNvSpPr/>
          <p:nvPr/>
        </p:nvSpPr>
        <p:spPr>
          <a:xfrm>
            <a:off x="3663950" y="2529681"/>
            <a:ext cx="22564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4BE0"/>
                </a:solidFill>
                <a:latin typeface="Noto Sans JP" pitchFamily="34" charset="0"/>
                <a:ea typeface="Noto Sans JP" pitchFamily="34" charset="-122"/>
                <a:cs typeface="Noto Sans JP" pitchFamily="34" charset="-120"/>
              </a:rPr>
              <a:t>STEP 5</a:t>
            </a:r>
            <a:endParaRPr lang="en-US" sz="1200" dirty="0"/>
          </a:p>
        </p:txBody>
      </p:sp>
      <p:sp>
        <p:nvSpPr>
          <p:cNvPr id="20" name="Text 18"/>
          <p:cNvSpPr/>
          <p:nvPr/>
        </p:nvSpPr>
        <p:spPr>
          <a:xfrm>
            <a:off x="3663950" y="2793802"/>
            <a:ext cx="225647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B3A"/>
                </a:solidFill>
                <a:latin typeface="Noto Sans JP" pitchFamily="34" charset="0"/>
                <a:ea typeface="Noto Sans JP" pitchFamily="34" charset="-122"/>
                <a:cs typeface="Noto Sans JP" pitchFamily="34" charset="-120"/>
              </a:rPr>
              <a:t>Steering と Hooks</a:t>
            </a:r>
            <a:endParaRPr lang="en-US" sz="1400" dirty="0"/>
          </a:p>
        </p:txBody>
      </p:sp>
      <p:sp>
        <p:nvSpPr>
          <p:cNvPr id="21" name="Shape 19"/>
          <p:cNvSpPr/>
          <p:nvPr/>
        </p:nvSpPr>
        <p:spPr>
          <a:xfrm>
            <a:off x="6159500" y="2377281"/>
            <a:ext cx="2546350" cy="817761"/>
          </a:xfrm>
          <a:prstGeom prst="roundRect">
            <a:avLst>
              <a:gd name="adj" fmla="val 12424"/>
            </a:avLst>
          </a:prstGeom>
          <a:solidFill>
            <a:srgbClr val="DCD3FA"/>
          </a:solidFill>
          <a:ln/>
        </p:spPr>
      </p:sp>
      <p:sp>
        <p:nvSpPr>
          <p:cNvPr id="22" name="Text 20"/>
          <p:cNvSpPr/>
          <p:nvPr/>
        </p:nvSpPr>
        <p:spPr>
          <a:xfrm>
            <a:off x="6337300" y="2529681"/>
            <a:ext cx="22564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4BE0"/>
                </a:solidFill>
                <a:latin typeface="Noto Sans JP" pitchFamily="34" charset="0"/>
                <a:ea typeface="Noto Sans JP" pitchFamily="34" charset="-122"/>
                <a:cs typeface="Noto Sans JP" pitchFamily="34" charset="-120"/>
              </a:rPr>
              <a:t>STEP 6</a:t>
            </a:r>
            <a:endParaRPr lang="en-US" sz="1200" dirty="0"/>
          </a:p>
        </p:txBody>
      </p:sp>
      <p:sp>
        <p:nvSpPr>
          <p:cNvPr id="23" name="Text 21"/>
          <p:cNvSpPr/>
          <p:nvPr/>
        </p:nvSpPr>
        <p:spPr>
          <a:xfrm>
            <a:off x="6337300" y="2793802"/>
            <a:ext cx="225647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B3A"/>
                </a:solidFill>
                <a:latin typeface="Noto Sans JP" pitchFamily="34" charset="0"/>
                <a:ea typeface="Noto Sans JP" pitchFamily="34" charset="-122"/>
                <a:cs typeface="Noto Sans JP" pitchFamily="34" charset="-120"/>
              </a:rPr>
              <a:t>Spec で要件を作る</a:t>
            </a:r>
            <a:endParaRPr lang="en-US" sz="1400" dirty="0"/>
          </a:p>
        </p:txBody>
      </p:sp>
      <p:sp>
        <p:nvSpPr>
          <p:cNvPr id="24" name="Shape 22"/>
          <p:cNvSpPr/>
          <p:nvPr/>
        </p:nvSpPr>
        <p:spPr>
          <a:xfrm>
            <a:off x="8832850" y="2377281"/>
            <a:ext cx="2546350" cy="817761"/>
          </a:xfrm>
          <a:prstGeom prst="roundRect">
            <a:avLst>
              <a:gd name="adj" fmla="val 12424"/>
            </a:avLst>
          </a:prstGeom>
          <a:solidFill>
            <a:srgbClr val="DCD3FA"/>
          </a:solidFill>
          <a:ln/>
        </p:spPr>
      </p:sp>
      <p:sp>
        <p:nvSpPr>
          <p:cNvPr id="25" name="Text 23"/>
          <p:cNvSpPr/>
          <p:nvPr/>
        </p:nvSpPr>
        <p:spPr>
          <a:xfrm>
            <a:off x="9010650" y="2529681"/>
            <a:ext cx="22564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4BE0"/>
                </a:solidFill>
                <a:latin typeface="Noto Sans JP" pitchFamily="34" charset="0"/>
                <a:ea typeface="Noto Sans JP" pitchFamily="34" charset="-122"/>
                <a:cs typeface="Noto Sans JP" pitchFamily="34" charset="-120"/>
              </a:rPr>
              <a:t>STEP 7</a:t>
            </a:r>
            <a:endParaRPr lang="en-US" sz="1200" dirty="0"/>
          </a:p>
        </p:txBody>
      </p:sp>
      <p:sp>
        <p:nvSpPr>
          <p:cNvPr id="26" name="Text 24"/>
          <p:cNvSpPr/>
          <p:nvPr/>
        </p:nvSpPr>
        <p:spPr>
          <a:xfrm>
            <a:off x="9010650" y="2793802"/>
            <a:ext cx="225647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B3A"/>
                </a:solidFill>
                <a:latin typeface="Noto Sans JP" pitchFamily="34" charset="0"/>
                <a:ea typeface="Noto Sans JP" pitchFamily="34" charset="-122"/>
                <a:cs typeface="Noto Sans JP" pitchFamily="34" charset="-120"/>
              </a:rPr>
              <a:t>Spec でツールを作る</a:t>
            </a:r>
            <a:endParaRPr lang="en-US" sz="1400" dirty="0"/>
          </a:p>
        </p:txBody>
      </p:sp>
      <p:sp>
        <p:nvSpPr>
          <p:cNvPr id="27" name="Shape 25"/>
          <p:cNvSpPr/>
          <p:nvPr/>
        </p:nvSpPr>
        <p:spPr>
          <a:xfrm>
            <a:off x="812800" y="3322042"/>
            <a:ext cx="2546350" cy="817761"/>
          </a:xfrm>
          <a:prstGeom prst="roundRect">
            <a:avLst>
              <a:gd name="adj" fmla="val 12424"/>
            </a:avLst>
          </a:prstGeom>
          <a:solidFill>
            <a:srgbClr val="DCD3FA"/>
          </a:solidFill>
          <a:ln/>
        </p:spPr>
      </p:sp>
      <p:sp>
        <p:nvSpPr>
          <p:cNvPr id="28" name="Text 26"/>
          <p:cNvSpPr/>
          <p:nvPr/>
        </p:nvSpPr>
        <p:spPr>
          <a:xfrm>
            <a:off x="990600" y="3474442"/>
            <a:ext cx="22564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4BE0"/>
                </a:solidFill>
                <a:latin typeface="Noto Sans JP" pitchFamily="34" charset="0"/>
                <a:ea typeface="Noto Sans JP" pitchFamily="34" charset="-122"/>
                <a:cs typeface="Noto Sans JP" pitchFamily="34" charset="-120"/>
              </a:rPr>
              <a:t>STEP 8</a:t>
            </a:r>
            <a:endParaRPr lang="en-US" sz="1200" dirty="0"/>
          </a:p>
        </p:txBody>
      </p:sp>
      <p:sp>
        <p:nvSpPr>
          <p:cNvPr id="29" name="Text 27"/>
          <p:cNvSpPr/>
          <p:nvPr/>
        </p:nvSpPr>
        <p:spPr>
          <a:xfrm>
            <a:off x="990600" y="3738563"/>
            <a:ext cx="225647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B3A"/>
                </a:solidFill>
                <a:latin typeface="Noto Sans JP" pitchFamily="34" charset="0"/>
                <a:ea typeface="Noto Sans JP" pitchFamily="34" charset="-122"/>
                <a:cs typeface="Noto Sans JP" pitchFamily="34" charset="-120"/>
              </a:rPr>
              <a:t>モブ演習</a:t>
            </a:r>
            <a:endParaRPr lang="en-US" sz="1400" dirty="0"/>
          </a:p>
        </p:txBody>
      </p:sp>
      <p:sp>
        <p:nvSpPr>
          <p:cNvPr id="30" name="Shape 28"/>
          <p:cNvSpPr/>
          <p:nvPr/>
        </p:nvSpPr>
        <p:spPr>
          <a:xfrm>
            <a:off x="3486150" y="3322042"/>
            <a:ext cx="2546350" cy="817761"/>
          </a:xfrm>
          <a:prstGeom prst="roundRect">
            <a:avLst>
              <a:gd name="adj" fmla="val 12424"/>
            </a:avLst>
          </a:prstGeom>
          <a:solidFill>
            <a:srgbClr val="1E1B3A"/>
          </a:solidFill>
          <a:ln/>
        </p:spPr>
      </p:sp>
      <p:sp>
        <p:nvSpPr>
          <p:cNvPr id="31" name="Text 29"/>
          <p:cNvSpPr/>
          <p:nvPr/>
        </p:nvSpPr>
        <p:spPr>
          <a:xfrm>
            <a:off x="3663950" y="3474442"/>
            <a:ext cx="22564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A8FF"/>
                </a:solidFill>
                <a:latin typeface="Noto Sans JP" pitchFamily="34" charset="0"/>
                <a:ea typeface="Noto Sans JP" pitchFamily="34" charset="-122"/>
                <a:cs typeface="Noto Sans JP" pitchFamily="34" charset="-120"/>
              </a:rPr>
              <a:t>STEP 9 応用</a:t>
            </a:r>
            <a:endParaRPr lang="en-US" sz="1200" dirty="0"/>
          </a:p>
        </p:txBody>
      </p:sp>
      <p:sp>
        <p:nvSpPr>
          <p:cNvPr id="32" name="Text 30"/>
          <p:cNvSpPr/>
          <p:nvPr/>
        </p:nvSpPr>
        <p:spPr>
          <a:xfrm>
            <a:off x="3663950" y="3738563"/>
            <a:ext cx="225647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7F6FB"/>
                </a:solidFill>
                <a:latin typeface="Noto Sans JP" pitchFamily="34" charset="0"/>
                <a:ea typeface="Noto Sans JP" pitchFamily="34" charset="-122"/>
                <a:cs typeface="Noto Sans JP" pitchFamily="34" charset="-120"/>
              </a:rPr>
              <a:t>スキルと MCP</a:t>
            </a:r>
            <a:endParaRPr lang="en-US" sz="1400" dirty="0"/>
          </a:p>
        </p:txBody>
      </p:sp>
      <p:sp>
        <p:nvSpPr>
          <p:cNvPr id="33" name="Shape 31"/>
          <p:cNvSpPr/>
          <p:nvPr/>
        </p:nvSpPr>
        <p:spPr>
          <a:xfrm>
            <a:off x="6159500" y="3322042"/>
            <a:ext cx="2546350" cy="817761"/>
          </a:xfrm>
          <a:prstGeom prst="roundRect">
            <a:avLst>
              <a:gd name="adj" fmla="val 12424"/>
            </a:avLst>
          </a:prstGeom>
          <a:solidFill>
            <a:srgbClr val="1E1B3A"/>
          </a:solidFill>
          <a:ln/>
        </p:spPr>
      </p:sp>
      <p:sp>
        <p:nvSpPr>
          <p:cNvPr id="34" name="Text 32"/>
          <p:cNvSpPr/>
          <p:nvPr/>
        </p:nvSpPr>
        <p:spPr>
          <a:xfrm>
            <a:off x="6337300" y="3474442"/>
            <a:ext cx="22564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A8FF"/>
                </a:solidFill>
                <a:latin typeface="Noto Sans JP" pitchFamily="34" charset="0"/>
                <a:ea typeface="Noto Sans JP" pitchFamily="34" charset="-122"/>
                <a:cs typeface="Noto Sans JP" pitchFamily="34" charset="-120"/>
              </a:rPr>
              <a:t>STEP 10 上級</a:t>
            </a:r>
            <a:endParaRPr lang="en-US" sz="1200" dirty="0"/>
          </a:p>
        </p:txBody>
      </p:sp>
      <p:sp>
        <p:nvSpPr>
          <p:cNvPr id="35" name="Text 33"/>
          <p:cNvSpPr/>
          <p:nvPr/>
        </p:nvSpPr>
        <p:spPr>
          <a:xfrm>
            <a:off x="6337300" y="3738563"/>
            <a:ext cx="225647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7F6FB"/>
                </a:solidFill>
                <a:latin typeface="Noto Sans JP" pitchFamily="34" charset="0"/>
                <a:ea typeface="Noto Sans JP" pitchFamily="34" charset="-122"/>
                <a:cs typeface="Noto Sans JP" pitchFamily="34" charset="-120"/>
              </a:rPr>
              <a:t>AI-DLC</a:t>
            </a:r>
            <a:endParaRPr lang="en-US" sz="1400" dirty="0"/>
          </a:p>
        </p:txBody>
      </p:sp>
      <p:sp>
        <p:nvSpPr>
          <p:cNvPr id="36" name="Text 34"/>
          <p:cNvSpPr/>
          <p:nvPr/>
        </p:nvSpPr>
        <p:spPr>
          <a:xfrm>
            <a:off x="812800" y="4393803"/>
            <a:ext cx="558800" cy="289520"/>
          </a:xfrm>
          <a:custGeom>
            <a:avLst/>
            <a:gdLst/>
            <a:ahLst/>
            <a:cxnLst/>
            <a:rect l="l" t="t" r="r" b="b"/>
            <a:pathLst>
              <a:path w="558800" h="289520">
                <a:moveTo>
                  <a:pt x="144760" y="0"/>
                </a:moveTo>
                <a:lnTo>
                  <a:pt x="414040" y="0"/>
                </a:lnTo>
                <a:arcTo hR="144760" wR="144760" stAng="16200000" swAng="5400000"/>
                <a:lnTo>
                  <a:pt x="558800" y="144760"/>
                </a:lnTo>
                <a:arcTo hR="144760" wR="144760" stAng="0" swAng="5400000"/>
                <a:lnTo>
                  <a:pt x="144760" y="289520"/>
                </a:lnTo>
                <a:arcTo hR="144760" wR="144760" stAng="5400000" swAng="5400000"/>
                <a:lnTo>
                  <a:pt x="0" y="144760"/>
                </a:lnTo>
                <a:arcTo hR="144760" wR="144760" stAng="10800000" swAng="5400000"/>
                <a:close/>
              </a:path>
            </a:pathLst>
          </a:custGeom>
          <a:solidFill>
            <a:srgbClr val="ECE8FA"/>
          </a:solidFill>
          <a:ln/>
        </p:spPr>
        <p:txBody>
          <a:bodyPr wrap="none" lIns="0" tIns="0" rIns="0" bIns="0" rtlCol="0" anchor="ctr">
            <a:normAutofit/>
          </a:bodyPr>
          <a:lstStyle/>
          <a:p>
            <a:pPr algn="ctr"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準備</a:t>
            </a:r>
            <a:endParaRPr lang="en-US" sz="1200" dirty="0"/>
          </a:p>
        </p:txBody>
      </p:sp>
      <p:sp>
        <p:nvSpPr>
          <p:cNvPr id="37" name="Text 35"/>
          <p:cNvSpPr/>
          <p:nvPr/>
        </p:nvSpPr>
        <p:spPr>
          <a:xfrm>
            <a:off x="1479550" y="4400153"/>
            <a:ext cx="571500" cy="276820"/>
          </a:xfrm>
          <a:custGeom>
            <a:avLst/>
            <a:gdLst/>
            <a:ahLst/>
            <a:cxnLst/>
            <a:rect l="l" t="t" r="r" b="b"/>
            <a:pathLst>
              <a:path w="571500" h="276820">
                <a:moveTo>
                  <a:pt x="138410" y="0"/>
                </a:moveTo>
                <a:lnTo>
                  <a:pt x="433090" y="0"/>
                </a:lnTo>
                <a:arcTo hR="138410" wR="138410" stAng="16200000" swAng="5400000"/>
                <a:lnTo>
                  <a:pt x="571500" y="138410"/>
                </a:lnTo>
                <a:arcTo hR="138410" wR="138410" stAng="0" swAng="5400000"/>
                <a:lnTo>
                  <a:pt x="138410" y="276820"/>
                </a:lnTo>
                <a:arcTo hR="138410" wR="138410" stAng="5400000" swAng="5400000"/>
                <a:lnTo>
                  <a:pt x="0" y="138410"/>
                </a:lnTo>
                <a:arcTo hR="138410" wR="138410" stAng="10800000" swAng="5400000"/>
                <a:close/>
              </a:path>
            </a:pathLst>
          </a:custGeom>
          <a:solidFill>
            <a:srgbClr val="FFFFFF"/>
          </a:solidFill>
          <a:ln w="12700">
            <a:solidFill>
              <a:srgbClr val="D6D2E6"/>
            </a:solidFill>
            <a:prstDash val="solid"/>
          </a:ln>
        </p:spPr>
        <p:txBody>
          <a:bodyPr wrap="none" lIns="0" tIns="0" rIns="0" bIns="0" rtlCol="0" anchor="ctr">
            <a:normAutofit/>
          </a:bodyPr>
          <a:lstStyle/>
          <a:p>
            <a:pPr algn="ctr"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基本</a:t>
            </a:r>
            <a:endParaRPr lang="en-US" sz="1200" dirty="0"/>
          </a:p>
        </p:txBody>
      </p:sp>
      <p:sp>
        <p:nvSpPr>
          <p:cNvPr id="38" name="Text 36"/>
          <p:cNvSpPr/>
          <p:nvPr/>
        </p:nvSpPr>
        <p:spPr>
          <a:xfrm>
            <a:off x="2159000" y="4393803"/>
            <a:ext cx="1820763" cy="289520"/>
          </a:xfrm>
          <a:custGeom>
            <a:avLst/>
            <a:gdLst/>
            <a:ahLst/>
            <a:cxnLst/>
            <a:rect l="l" t="t" r="r" b="b"/>
            <a:pathLst>
              <a:path w="1820763" h="289520">
                <a:moveTo>
                  <a:pt x="144760" y="0"/>
                </a:moveTo>
                <a:lnTo>
                  <a:pt x="1676003" y="0"/>
                </a:lnTo>
                <a:arcTo hR="144760" wR="144760" stAng="16200000" swAng="5400000"/>
                <a:lnTo>
                  <a:pt x="1820763" y="144760"/>
                </a:lnTo>
                <a:arcTo hR="144760" wR="144760" stAng="0" swAng="5400000"/>
                <a:lnTo>
                  <a:pt x="144760" y="289520"/>
                </a:lnTo>
                <a:arcTo hR="144760" wR="144760" stAng="5400000" swAng="5400000"/>
                <a:lnTo>
                  <a:pt x="0" y="144760"/>
                </a:lnTo>
                <a:arcTo hR="144760" wR="144760" stAng="10800000" swAng="5400000"/>
                <a:close/>
              </a:path>
            </a:pathLst>
          </a:custGeom>
          <a:solidFill>
            <a:srgbClr val="DCD3FA"/>
          </a:solidFill>
          <a:ln/>
        </p:spPr>
        <p:txBody>
          <a:bodyPr wrap="none" lIns="0" tIns="0" rIns="0" bIns="0" rtlCol="0" anchor="ctr">
            <a:normAutofit/>
          </a:bodyPr>
          <a:lstStyle/>
          <a:p>
            <a:pPr algn="ctr"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Spec（仕様駆動開発）</a:t>
            </a:r>
            <a:endParaRPr lang="en-US" sz="1200" dirty="0"/>
          </a:p>
        </p:txBody>
      </p:sp>
      <p:sp>
        <p:nvSpPr>
          <p:cNvPr id="39" name="Text 37"/>
          <p:cNvSpPr/>
          <p:nvPr/>
        </p:nvSpPr>
        <p:spPr>
          <a:xfrm>
            <a:off x="4081363" y="4393803"/>
            <a:ext cx="1016000" cy="289520"/>
          </a:xfrm>
          <a:custGeom>
            <a:avLst/>
            <a:gdLst/>
            <a:ahLst/>
            <a:cxnLst/>
            <a:rect l="l" t="t" r="r" b="b"/>
            <a:pathLst>
              <a:path w="1016000" h="289520">
                <a:moveTo>
                  <a:pt x="144760" y="0"/>
                </a:moveTo>
                <a:lnTo>
                  <a:pt x="871240" y="0"/>
                </a:lnTo>
                <a:arcTo hR="144760" wR="144760" stAng="16200000" swAng="5400000"/>
                <a:lnTo>
                  <a:pt x="1016000" y="144760"/>
                </a:lnTo>
                <a:arcTo hR="144760" wR="144760" stAng="0" swAng="5400000"/>
                <a:lnTo>
                  <a:pt x="144760" y="289520"/>
                </a:lnTo>
                <a:arcTo hR="144760" wR="144760" stAng="5400000" swAng="5400000"/>
                <a:lnTo>
                  <a:pt x="0" y="144760"/>
                </a:lnTo>
                <a:arcTo hR="144760" wR="144760" stAng="10800000" swAng="5400000"/>
                <a:close/>
              </a:path>
            </a:pathLst>
          </a:custGeom>
          <a:solidFill>
            <a:srgbClr val="1E1B3A"/>
          </a:solidFill>
          <a:ln/>
        </p:spPr>
        <p:txBody>
          <a:bodyPr wrap="none" lIns="0" tIns="0" rIns="0" bIns="0" rtlCol="0" anchor="ctr">
            <a:normAutofit/>
          </a:bodyPr>
          <a:lstStyle/>
          <a:p>
            <a:pPr algn="ctr" indent="0" marL="0">
              <a:lnSpc>
                <a:spcPts val="1680"/>
              </a:lnSpc>
              <a:buNone/>
            </a:pPr>
            <a:r>
              <a:rPr lang="en-US" sz="1200" dirty="0">
                <a:solidFill>
                  <a:srgbClr val="F7F6FB"/>
                </a:solidFill>
                <a:latin typeface="Noto Sans JP" pitchFamily="34" charset="0"/>
                <a:ea typeface="Noto Sans JP" pitchFamily="34" charset="-122"/>
                <a:cs typeface="Noto Sans JP" pitchFamily="34" charset="-120"/>
              </a:rPr>
              <a:t>応用・上級</a:t>
            </a:r>
            <a:endParaRPr lang="en-US" sz="1200" dirty="0"/>
          </a:p>
        </p:txBody>
      </p:sp>
      <p:sp>
        <p:nvSpPr>
          <p:cNvPr id="40" name="Text 38"/>
          <p:cNvSpPr/>
          <p:nvPr/>
        </p:nvSpPr>
        <p:spPr>
          <a:xfrm>
            <a:off x="812800" y="493732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60"/>
                </a:solidFill>
                <a:latin typeface="Noto Sans JP" pitchFamily="34" charset="0"/>
                <a:ea typeface="Noto Sans JP" pitchFamily="34" charset="-122"/>
                <a:cs typeface="Noto Sans JP" pitchFamily="34" charset="-120"/>
              </a:rPr>
              <a:t>1回 30〜90分。前の回で作ったものを次の回で使うので、STEP 0 から順に進めます</a:t>
            </a:r>
            <a:endParaRPr lang="en-US" sz="1400" dirty="0"/>
          </a:p>
        </p:txBody>
      </p:sp>
      <p:sp>
        <p:nvSpPr>
          <p:cNvPr id="41" name="Text 39"/>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42" name="Text 40"/>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README.md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B"/>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進め方：手順書を左、Kiro を右に並べる</a:t>
            </a:r>
            <a:endParaRPr lang="en-US" sz="3000" dirty="0"/>
          </a:p>
        </p:txBody>
      </p:sp>
      <p:sp>
        <p:nvSpPr>
          <p:cNvPr id="3" name="Shape 1"/>
          <p:cNvSpPr/>
          <p:nvPr/>
        </p:nvSpPr>
        <p:spPr>
          <a:xfrm>
            <a:off x="812800" y="1352550"/>
            <a:ext cx="5194300" cy="3556000"/>
          </a:xfrm>
          <a:prstGeom prst="roundRect">
            <a:avLst>
              <a:gd name="adj" fmla="val 2857"/>
            </a:avLst>
          </a:prstGeom>
          <a:solidFill>
            <a:srgbClr val="FFFFFF"/>
          </a:solidFill>
          <a:ln/>
          <a:effectLst>
            <a:outerShdw sx="100000" sy="100000" kx="0" ky="0" algn="bl" rotWithShape="0" blurRad="203200" dist="76200" dir="5400000">
              <a:srgbClr val="1E1B3A">
                <a:alpha val="18000"/>
              </a:srgbClr>
            </a:outerShdw>
          </a:effectLst>
        </p:spPr>
      </p:sp>
      <p:sp>
        <p:nvSpPr>
          <p:cNvPr id="4" name="Shape 2"/>
          <p:cNvSpPr/>
          <p:nvPr/>
        </p:nvSpPr>
        <p:spPr>
          <a:xfrm>
            <a:off x="812800" y="1352550"/>
            <a:ext cx="5194300" cy="398760"/>
          </a:xfrm>
          <a:custGeom>
            <a:avLst/>
            <a:gdLst/>
            <a:ahLst/>
            <a:cxnLst/>
            <a:rect l="l" t="t" r="r" b="b"/>
            <a:pathLst>
              <a:path w="5194300" h="398760">
                <a:moveTo>
                  <a:pt x="0" y="101600"/>
                </a:moveTo>
                <a:arcTo hR="101600" wR="101600" stAng="10800000" swAng="5400000"/>
                <a:lnTo>
                  <a:pt x="5092700" y="0"/>
                </a:lnTo>
                <a:arcTo hR="101600" wR="101600" stAng="16200000" swAng="5400000"/>
                <a:lnTo>
                  <a:pt x="5194300" y="398760"/>
                </a:lnTo>
                <a:lnTo>
                  <a:pt x="0" y="398760"/>
                </a:lnTo>
                <a:close/>
              </a:path>
            </a:pathLst>
          </a:custGeom>
          <a:solidFill>
            <a:srgbClr val="E9E7F0"/>
          </a:solidFill>
          <a:ln/>
        </p:spPr>
      </p:sp>
      <p:sp>
        <p:nvSpPr>
          <p:cNvPr id="5" name="Text 3"/>
          <p:cNvSpPr/>
          <p:nvPr/>
        </p:nvSpPr>
        <p:spPr>
          <a:xfrm>
            <a:off x="927100" y="1450280"/>
            <a:ext cx="685800" cy="203200"/>
          </a:xfrm>
          <a:custGeom>
            <a:avLst/>
            <a:gdLst/>
            <a:ahLst/>
            <a:cxnLst/>
            <a:rect l="l" t="t" r="r" b="b"/>
            <a:pathLst>
              <a:path w="685800" h="203200">
                <a:moveTo>
                  <a:pt x="101600" y="0"/>
                </a:moveTo>
                <a:lnTo>
                  <a:pt x="584200" y="0"/>
                </a:lnTo>
                <a:arcTo hR="101600" wR="101600" stAng="16200000" swAng="5400000"/>
                <a:lnTo>
                  <a:pt x="685800" y="101600"/>
                </a:lnTo>
                <a:arcTo hR="101600" wR="101600" stAng="0" swAng="5400000"/>
                <a:lnTo>
                  <a:pt x="101600" y="203200"/>
                </a:lnTo>
                <a:arcTo hR="101600" wR="101600" stAng="5400000" swAng="5400000"/>
                <a:lnTo>
                  <a:pt x="0" y="101600"/>
                </a:lnTo>
                <a:arcTo hR="101600" wR="101600" stAng="10800000" swAng="5400000"/>
                <a:close/>
              </a:path>
            </a:pathLst>
          </a:custGeom>
          <a:solidFill>
            <a:srgbClr val="1F6FB2"/>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Noto Sans JP" pitchFamily="34" charset="0"/>
                <a:ea typeface="Noto Sans JP" pitchFamily="34" charset="-122"/>
                <a:cs typeface="Noto Sans JP" pitchFamily="34" charset="-120"/>
              </a:rPr>
              <a:t>ブラウザ</a:t>
            </a:r>
            <a:endParaRPr lang="en-US" sz="1000" dirty="0"/>
          </a:p>
        </p:txBody>
      </p:sp>
      <p:sp>
        <p:nvSpPr>
          <p:cNvPr id="6" name="Shape 4"/>
          <p:cNvSpPr/>
          <p:nvPr/>
        </p:nvSpPr>
        <p:spPr>
          <a:xfrm>
            <a:off x="1676400" y="1428750"/>
            <a:ext cx="3378200" cy="246360"/>
          </a:xfrm>
          <a:prstGeom prst="roundRect">
            <a:avLst>
              <a:gd name="adj" fmla="val 50000"/>
            </a:avLst>
          </a:prstGeom>
          <a:solidFill>
            <a:srgbClr val="FFFFFF"/>
          </a:solidFill>
          <a:ln/>
        </p:spPr>
      </p:sp>
      <p:pic>
        <p:nvPicPr>
          <p:cNvPr id="7" name="Image 0" descr="Lock">    </p:cNvPr>
          <p:cNvPicPr>
            <a:picLocks noChangeAspect="1"/>
          </p:cNvPicPr>
          <p:nvPr/>
        </p:nvPicPr>
        <p:blipFill>
          <a:blip r:embed="rId1"/>
          <a:srcRect l="0" r="0" t="0" b="0"/>
          <a:stretch/>
        </p:blipFill>
        <p:spPr>
          <a:xfrm>
            <a:off x="1778000" y="1482030"/>
            <a:ext cx="139700" cy="139700"/>
          </a:xfrm>
          <a:prstGeom prst="rect">
            <a:avLst/>
          </a:prstGeom>
        </p:spPr>
      </p:pic>
      <p:sp>
        <p:nvSpPr>
          <p:cNvPr id="8" name="Text 5"/>
          <p:cNvSpPr/>
          <p:nvPr/>
        </p:nvSpPr>
        <p:spPr>
          <a:xfrm>
            <a:off x="1968500" y="1454150"/>
            <a:ext cx="2820284"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4A4760"/>
                </a:solidFill>
                <a:latin typeface="JetBrains Mono" pitchFamily="49" charset="0"/>
                <a:ea typeface="JetBrains Mono" pitchFamily="49" charset="-122"/>
                <a:cs typeface="JetBrains Mono" pitchFamily="49" charset="-120"/>
              </a:rPr>
              <a:t>github.com/＜自分＞/kiro-handson-…</a:t>
            </a:r>
            <a:endParaRPr lang="en-US" sz="1100" dirty="0"/>
          </a:p>
        </p:txBody>
      </p:sp>
      <p:sp>
        <p:nvSpPr>
          <p:cNvPr id="9" name="Text 6"/>
          <p:cNvSpPr/>
          <p:nvPr/>
        </p:nvSpPr>
        <p:spPr>
          <a:xfrm>
            <a:off x="5194300" y="1454150"/>
            <a:ext cx="749300"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4A4760"/>
                </a:solidFill>
                <a:latin typeface="Noto Sans JP" pitchFamily="34" charset="0"/>
                <a:ea typeface="Noto Sans JP" pitchFamily="34" charset="-122"/>
                <a:cs typeface="Noto Sans JP" pitchFamily="34" charset="-120"/>
              </a:rPr>
              <a:t>─　□　×</a:t>
            </a:r>
            <a:endParaRPr lang="en-US" sz="1100" dirty="0"/>
          </a:p>
        </p:txBody>
      </p:sp>
      <p:sp>
        <p:nvSpPr>
          <p:cNvPr id="10" name="Shape 7"/>
          <p:cNvSpPr/>
          <p:nvPr/>
        </p:nvSpPr>
        <p:spPr>
          <a:xfrm>
            <a:off x="812800" y="1751310"/>
            <a:ext cx="5194300" cy="340320"/>
          </a:xfrm>
          <a:prstGeom prst="rect">
            <a:avLst/>
          </a:prstGeom>
          <a:solidFill>
            <a:srgbClr val="24292F"/>
          </a:solidFill>
          <a:ln/>
        </p:spPr>
      </p:sp>
      <p:sp>
        <p:nvSpPr>
          <p:cNvPr id="11" name="Text 8"/>
          <p:cNvSpPr/>
          <p:nvPr/>
        </p:nvSpPr>
        <p:spPr>
          <a:xfrm>
            <a:off x="939800" y="1814810"/>
            <a:ext cx="60662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JP" pitchFamily="34" charset="0"/>
                <a:ea typeface="Noto Sans JP" pitchFamily="34" charset="-122"/>
                <a:cs typeface="Noto Sans JP" pitchFamily="34" charset="-120"/>
              </a:rPr>
              <a:t>GitHub</a:t>
            </a:r>
            <a:endParaRPr lang="en-US" sz="1200" dirty="0"/>
          </a:p>
        </p:txBody>
      </p:sp>
      <p:sp>
        <p:nvSpPr>
          <p:cNvPr id="12" name="Text 9"/>
          <p:cNvSpPr/>
          <p:nvPr/>
        </p:nvSpPr>
        <p:spPr>
          <a:xfrm>
            <a:off x="1546423" y="1814810"/>
            <a:ext cx="26386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9"/>
                </a:solidFill>
                <a:latin typeface="Noto Sans JP" pitchFamily="34" charset="0"/>
                <a:ea typeface="Noto Sans JP" pitchFamily="34" charset="-122"/>
                <a:cs typeface="Noto Sans JP" pitchFamily="34" charset="-120"/>
              </a:rPr>
              <a:t>docs / 02-github-and-clone.md</a:t>
            </a:r>
            <a:endParaRPr lang="en-US" sz="1200" dirty="0"/>
          </a:p>
        </p:txBody>
      </p:sp>
      <p:sp>
        <p:nvSpPr>
          <p:cNvPr id="13" name="Text 10"/>
          <p:cNvSpPr/>
          <p:nvPr/>
        </p:nvSpPr>
        <p:spPr>
          <a:xfrm>
            <a:off x="1016000" y="2269430"/>
            <a:ext cx="493153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1B3A"/>
                </a:solidFill>
                <a:latin typeface="Noto Sans JP" pitchFamily="34" charset="0"/>
                <a:ea typeface="Noto Sans JP" pitchFamily="34" charset="-122"/>
                <a:cs typeface="Noto Sans JP" pitchFamily="34" charset="-120"/>
              </a:rPr>
              <a:t>STEP 2 GitHub を見て、Kiro に取り込む</a:t>
            </a:r>
            <a:endParaRPr lang="en-US" sz="1600" dirty="0"/>
          </a:p>
        </p:txBody>
      </p:sp>
      <p:sp>
        <p:nvSpPr>
          <p:cNvPr id="14" name="Shape 11"/>
          <p:cNvSpPr/>
          <p:nvPr/>
        </p:nvSpPr>
        <p:spPr>
          <a:xfrm>
            <a:off x="1016000" y="2642791"/>
            <a:ext cx="4787900" cy="12700"/>
          </a:xfrm>
          <a:prstGeom prst="rect">
            <a:avLst/>
          </a:prstGeom>
          <a:solidFill>
            <a:srgbClr val="E1E4E8"/>
          </a:solidFill>
          <a:ln/>
        </p:spPr>
      </p:sp>
      <p:sp>
        <p:nvSpPr>
          <p:cNvPr id="15" name="Text 12"/>
          <p:cNvSpPr/>
          <p:nvPr/>
        </p:nvSpPr>
        <p:spPr>
          <a:xfrm>
            <a:off x="1016000" y="2744391"/>
            <a:ext cx="493153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1B3A"/>
                </a:solidFill>
                <a:latin typeface="Noto Sans JP" pitchFamily="34" charset="0"/>
                <a:ea typeface="Noto Sans JP" pitchFamily="34" charset="-122"/>
                <a:cs typeface="Noto Sans JP" pitchFamily="34" charset="-120"/>
              </a:rPr>
              <a:t>3. Kiro でクローンする</a:t>
            </a:r>
            <a:endParaRPr lang="en-US" sz="1300" dirty="0"/>
          </a:p>
        </p:txBody>
      </p:sp>
      <p:sp>
        <p:nvSpPr>
          <p:cNvPr id="16" name="Text 13"/>
          <p:cNvSpPr/>
          <p:nvPr/>
        </p:nvSpPr>
        <p:spPr>
          <a:xfrm>
            <a:off x="1016000" y="3064371"/>
            <a:ext cx="49315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1. Code ボタンで URL をコピー</a:t>
            </a:r>
            <a:endParaRPr lang="en-US" sz="1200" dirty="0"/>
          </a:p>
        </p:txBody>
      </p:sp>
      <p:sp>
        <p:nvSpPr>
          <p:cNvPr id="17" name="Text 14"/>
          <p:cNvSpPr/>
          <p:nvPr/>
        </p:nvSpPr>
        <p:spPr>
          <a:xfrm>
            <a:off x="1016000" y="3366591"/>
            <a:ext cx="49315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2. Ctrl + Shift + P → Git: Clone</a:t>
            </a:r>
            <a:endParaRPr lang="en-US" sz="1200" dirty="0"/>
          </a:p>
        </p:txBody>
      </p:sp>
      <p:sp>
        <p:nvSpPr>
          <p:cNvPr id="18" name="Text 15"/>
          <p:cNvSpPr/>
          <p:nvPr/>
        </p:nvSpPr>
        <p:spPr>
          <a:xfrm>
            <a:off x="1019175" y="3671987"/>
            <a:ext cx="4781550" cy="372070"/>
          </a:xfrm>
          <a:prstGeom prst="roundRect">
            <a:avLst>
              <a:gd name="adj" fmla="val 12800"/>
            </a:avLst>
          </a:prstGeom>
          <a:solidFill>
            <a:srgbClr val="F6F8FA"/>
          </a:solidFill>
          <a:ln w="6350">
            <a:solidFill>
              <a:srgbClr val="D0D7DE"/>
            </a:solidFill>
            <a:prstDash val="solid"/>
          </a:ln>
        </p:spPr>
        <p:txBody>
          <a:bodyPr wrap="square" lIns="90826" tIns="65426" rIns="0" bIns="40026" rtlCol="0" anchor="t">
            <a:normAutofit/>
          </a:bodyPr>
          <a:lstStyle/>
          <a:p>
            <a:pPr algn="l" indent="0" marL="0">
              <a:lnSpc>
                <a:spcPts val="1680"/>
              </a:lnSpc>
              <a:buNone/>
            </a:pPr>
            <a:r>
              <a:rPr lang="en-US" sz="1200" dirty="0">
                <a:solidFill>
                  <a:srgbClr val="1E1B3A"/>
                </a:solidFill>
                <a:latin typeface="JetBrains Mono" pitchFamily="49" charset="0"/>
                <a:ea typeface="JetBrains Mono" pitchFamily="49" charset="-122"/>
                <a:cs typeface="JetBrains Mono" pitchFamily="49" charset="-120"/>
              </a:rPr>
              <a:t>practice/taro という名前のブランチを…</a:t>
            </a:r>
            <a:endParaRPr lang="en-US" sz="1200" dirty="0"/>
          </a:p>
        </p:txBody>
      </p:sp>
      <p:sp>
        <p:nvSpPr>
          <p:cNvPr id="19" name="Text 16"/>
          <p:cNvSpPr/>
          <p:nvPr/>
        </p:nvSpPr>
        <p:spPr>
          <a:xfrm>
            <a:off x="1016000" y="4136132"/>
            <a:ext cx="49315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 できたかチェック</a:t>
            </a:r>
            <a:endParaRPr lang="en-US" sz="1200" dirty="0"/>
          </a:p>
        </p:txBody>
      </p:sp>
      <p:sp>
        <p:nvSpPr>
          <p:cNvPr id="20" name="Shape 17"/>
          <p:cNvSpPr/>
          <p:nvPr/>
        </p:nvSpPr>
        <p:spPr>
          <a:xfrm>
            <a:off x="6184900" y="1352550"/>
            <a:ext cx="5194300" cy="3556000"/>
          </a:xfrm>
          <a:prstGeom prst="roundRect">
            <a:avLst>
              <a:gd name="adj" fmla="val 2857"/>
            </a:avLst>
          </a:prstGeom>
          <a:solidFill>
            <a:srgbClr val="1B1A27"/>
          </a:solidFill>
          <a:ln/>
          <a:effectLst>
            <a:outerShdw sx="100000" sy="100000" kx="0" ky="0" algn="bl" rotWithShape="0" blurRad="203200" dist="76200" dir="5400000">
              <a:srgbClr val="1E1B3A">
                <a:alpha val="25000"/>
              </a:srgbClr>
            </a:outerShdw>
          </a:effectLst>
        </p:spPr>
      </p:sp>
      <p:sp>
        <p:nvSpPr>
          <p:cNvPr id="21" name="Shape 18"/>
          <p:cNvSpPr/>
          <p:nvPr/>
        </p:nvSpPr>
        <p:spPr>
          <a:xfrm>
            <a:off x="6184900" y="1352550"/>
            <a:ext cx="5194300" cy="355600"/>
          </a:xfrm>
          <a:custGeom>
            <a:avLst/>
            <a:gdLst/>
            <a:ahLst/>
            <a:cxnLst/>
            <a:rect l="l" t="t" r="r" b="b"/>
            <a:pathLst>
              <a:path w="5194300" h="355600">
                <a:moveTo>
                  <a:pt x="0" y="101600"/>
                </a:moveTo>
                <a:arcTo hR="101600" wR="101600" stAng="10800000" swAng="5400000"/>
                <a:lnTo>
                  <a:pt x="5092700" y="0"/>
                </a:lnTo>
                <a:arcTo hR="101600" wR="101600" stAng="16200000" swAng="5400000"/>
                <a:lnTo>
                  <a:pt x="5194300" y="355600"/>
                </a:lnTo>
                <a:lnTo>
                  <a:pt x="0" y="355600"/>
                </a:lnTo>
                <a:close/>
              </a:path>
            </a:pathLst>
          </a:custGeom>
          <a:solidFill>
            <a:srgbClr val="12111B"/>
          </a:solidFill>
          <a:ln/>
        </p:spPr>
      </p:sp>
      <p:sp>
        <p:nvSpPr>
          <p:cNvPr id="22" name="Text 19"/>
          <p:cNvSpPr/>
          <p:nvPr/>
        </p:nvSpPr>
        <p:spPr>
          <a:xfrm>
            <a:off x="6299200" y="1428750"/>
            <a:ext cx="436364" cy="203200"/>
          </a:xfrm>
          <a:custGeom>
            <a:avLst/>
            <a:gdLst/>
            <a:ahLst/>
            <a:cxnLst/>
            <a:rect l="l" t="t" r="r" b="b"/>
            <a:pathLst>
              <a:path w="436364" h="203200">
                <a:moveTo>
                  <a:pt x="101600" y="0"/>
                </a:moveTo>
                <a:lnTo>
                  <a:pt x="334764" y="0"/>
                </a:lnTo>
                <a:arcTo hR="101600" wR="101600" stAng="16200000" swAng="5400000"/>
                <a:lnTo>
                  <a:pt x="436364" y="101600"/>
                </a:lnTo>
                <a:arcTo hR="101600" wR="101600" stAng="0" swAng="5400000"/>
                <a:lnTo>
                  <a:pt x="101600" y="203200"/>
                </a:lnTo>
                <a:arcTo hR="101600" wR="101600" stAng="5400000" swAng="5400000"/>
                <a:lnTo>
                  <a:pt x="0" y="101600"/>
                </a:lnTo>
                <a:arcTo hR="101600" wR="101600" stAng="10800000" swAng="5400000"/>
                <a:close/>
              </a:path>
            </a:pathLst>
          </a:custGeom>
          <a:solidFill>
            <a:srgbClr val="6A4BE0"/>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Noto Sans JP" pitchFamily="34" charset="0"/>
                <a:ea typeface="Noto Sans JP" pitchFamily="34" charset="-122"/>
                <a:cs typeface="Noto Sans JP" pitchFamily="34" charset="-120"/>
              </a:rPr>
              <a:t>Kiro</a:t>
            </a:r>
            <a:endParaRPr lang="en-US" sz="1000" dirty="0"/>
          </a:p>
        </p:txBody>
      </p:sp>
      <p:sp>
        <p:nvSpPr>
          <p:cNvPr id="23" name="Text 20"/>
          <p:cNvSpPr/>
          <p:nvPr/>
        </p:nvSpPr>
        <p:spPr>
          <a:xfrm>
            <a:off x="6744650" y="1432520"/>
            <a:ext cx="3736465"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kiro-handson-practice — Kiro</a:t>
            </a:r>
            <a:endParaRPr lang="en-US" sz="1100" dirty="0"/>
          </a:p>
        </p:txBody>
      </p:sp>
      <p:sp>
        <p:nvSpPr>
          <p:cNvPr id="24" name="Text 21"/>
          <p:cNvSpPr/>
          <p:nvPr/>
        </p:nvSpPr>
        <p:spPr>
          <a:xfrm>
            <a:off x="10566400" y="1432520"/>
            <a:ext cx="749300"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　□　×</a:t>
            </a:r>
            <a:endParaRPr lang="en-US" sz="1100" dirty="0"/>
          </a:p>
        </p:txBody>
      </p:sp>
      <p:sp>
        <p:nvSpPr>
          <p:cNvPr id="25" name="Shape 22"/>
          <p:cNvSpPr/>
          <p:nvPr/>
        </p:nvSpPr>
        <p:spPr>
          <a:xfrm>
            <a:off x="6184900" y="1708150"/>
            <a:ext cx="355600" cy="2928640"/>
          </a:xfrm>
          <a:prstGeom prst="rect">
            <a:avLst/>
          </a:prstGeom>
          <a:solidFill>
            <a:srgbClr val="15141F"/>
          </a:solidFill>
          <a:ln/>
        </p:spPr>
      </p:sp>
      <p:pic>
        <p:nvPicPr>
          <p:cNvPr id="26" name="Image 1" descr="Database">    </p:cNvPr>
          <p:cNvPicPr>
            <a:picLocks noChangeAspect="1"/>
          </p:cNvPicPr>
          <p:nvPr/>
        </p:nvPicPr>
        <p:blipFill>
          <a:blip r:embed="rId2"/>
          <a:srcRect l="0" r="0" t="0" b="0"/>
          <a:stretch/>
        </p:blipFill>
        <p:spPr>
          <a:xfrm>
            <a:off x="6273800" y="1822450"/>
            <a:ext cx="177800" cy="177800"/>
          </a:xfrm>
          <a:prstGeom prst="rect">
            <a:avLst/>
          </a:prstGeom>
        </p:spPr>
      </p:pic>
      <p:pic>
        <p:nvPicPr>
          <p:cNvPr id="27" name="Image 2" descr="Search">    </p:cNvPr>
          <p:cNvPicPr>
            <a:picLocks noChangeAspect="1"/>
          </p:cNvPicPr>
          <p:nvPr/>
        </p:nvPicPr>
        <p:blipFill>
          <a:blip r:embed="rId3"/>
          <a:srcRect l="0" r="0" t="0" b="0"/>
          <a:stretch/>
        </p:blipFill>
        <p:spPr>
          <a:xfrm>
            <a:off x="6273800" y="2139950"/>
            <a:ext cx="177800" cy="177800"/>
          </a:xfrm>
          <a:prstGeom prst="rect">
            <a:avLst/>
          </a:prstGeom>
        </p:spPr>
      </p:pic>
      <p:sp>
        <p:nvSpPr>
          <p:cNvPr id="28" name="Text 23"/>
          <p:cNvSpPr/>
          <p:nvPr/>
        </p:nvSpPr>
        <p:spPr>
          <a:xfrm>
            <a:off x="6261100" y="2457450"/>
            <a:ext cx="203200" cy="203200"/>
          </a:xfrm>
          <a:custGeom>
            <a:avLst/>
            <a:gdLst/>
            <a:ahLst/>
            <a:cxnLst/>
            <a:rect l="l" t="t" r="r" b="b"/>
            <a:pathLst>
              <a:path w="203200" h="203200">
                <a:moveTo>
                  <a:pt x="50800" y="0"/>
                </a:moveTo>
                <a:lnTo>
                  <a:pt x="152400" y="0"/>
                </a:lnTo>
                <a:arcTo hR="50800" wR="50800" stAng="16200000" swAng="5400000"/>
                <a:lnTo>
                  <a:pt x="203200" y="152400"/>
                </a:lnTo>
                <a:arcTo hR="50800" wR="50800" stAng="0" swAng="5400000"/>
                <a:lnTo>
                  <a:pt x="50800" y="203200"/>
                </a:lnTo>
                <a:arcTo hR="50800" wR="50800" stAng="5400000" swAng="5400000"/>
                <a:lnTo>
                  <a:pt x="0" y="50800"/>
                </a:lnTo>
                <a:arcTo hR="50800" wR="50800" stAng="10800000" swAng="5400000"/>
                <a:close/>
              </a:path>
            </a:pathLst>
          </a:custGeom>
          <a:solidFill>
            <a:srgbClr val="6A4BE0"/>
          </a:solidFill>
          <a:ln/>
        </p:spPr>
        <p:txBody>
          <a:bodyPr wrap="square" lIns="0" tIns="0" rIns="0" bIns="0" rtlCol="0" anchor="t">
            <a:normAutofit/>
          </a:bodyPr>
          <a:lstStyle/>
          <a:p>
            <a:pPr algn="ctr" indent="0" marL="0">
              <a:lnSpc>
                <a:spcPts val="1595"/>
              </a:lnSpc>
              <a:buNone/>
            </a:pPr>
            <a:r>
              <a:rPr lang="en-US" sz="1100" b="1" dirty="0">
                <a:solidFill>
                  <a:srgbClr val="F7F6FB"/>
                </a:solidFill>
                <a:latin typeface="Noto Sans JP" pitchFamily="34" charset="0"/>
                <a:ea typeface="Noto Sans JP" pitchFamily="34" charset="-122"/>
                <a:cs typeface="Noto Sans JP" pitchFamily="34" charset="-120"/>
              </a:rPr>
              <a:t>K</a:t>
            </a:r>
            <a:endParaRPr lang="en-US" sz="1100" dirty="0"/>
          </a:p>
        </p:txBody>
      </p:sp>
      <p:sp>
        <p:nvSpPr>
          <p:cNvPr id="29" name="Shape 24"/>
          <p:cNvSpPr/>
          <p:nvPr/>
        </p:nvSpPr>
        <p:spPr>
          <a:xfrm>
            <a:off x="6540500" y="1708150"/>
            <a:ext cx="1270000" cy="2928640"/>
          </a:xfrm>
          <a:prstGeom prst="rect">
            <a:avLst/>
          </a:prstGeom>
          <a:solidFill>
            <a:srgbClr val="201E2E"/>
          </a:solidFill>
          <a:ln/>
        </p:spPr>
      </p:sp>
      <p:sp>
        <p:nvSpPr>
          <p:cNvPr id="30" name="Text 25"/>
          <p:cNvSpPr/>
          <p:nvPr/>
        </p:nvSpPr>
        <p:spPr>
          <a:xfrm>
            <a:off x="6642100" y="1822450"/>
            <a:ext cx="1117600"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9C97B8"/>
                </a:solidFill>
                <a:latin typeface="Noto Sans JP" pitchFamily="34" charset="0"/>
                <a:ea typeface="Noto Sans JP" pitchFamily="34" charset="-122"/>
                <a:cs typeface="Noto Sans JP" pitchFamily="34" charset="-120"/>
              </a:rPr>
              <a:t>EXPLORER</a:t>
            </a:r>
            <a:endParaRPr lang="en-US" sz="1100" dirty="0"/>
          </a:p>
        </p:txBody>
      </p:sp>
      <p:sp>
        <p:nvSpPr>
          <p:cNvPr id="31" name="Text 26"/>
          <p:cNvSpPr/>
          <p:nvPr/>
        </p:nvSpPr>
        <p:spPr>
          <a:xfrm>
            <a:off x="6642100" y="2081510"/>
            <a:ext cx="11176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D9D4F0"/>
                </a:solidFill>
                <a:latin typeface="Noto Sans JP" pitchFamily="34" charset="0"/>
                <a:ea typeface="Noto Sans JP" pitchFamily="34" charset="-122"/>
                <a:cs typeface="Noto Sans JP" pitchFamily="34" charset="-120"/>
              </a:rPr>
              <a:t>▸ docs</a:t>
            </a:r>
            <a:endParaRPr lang="en-US" sz="1100" dirty="0"/>
          </a:p>
        </p:txBody>
      </p:sp>
      <p:sp>
        <p:nvSpPr>
          <p:cNvPr id="32" name="Text 27"/>
          <p:cNvSpPr/>
          <p:nvPr/>
        </p:nvSpPr>
        <p:spPr>
          <a:xfrm>
            <a:off x="6642100" y="2340570"/>
            <a:ext cx="11176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D9D4F0"/>
                </a:solidFill>
                <a:latin typeface="Noto Sans JP" pitchFamily="34" charset="0"/>
                <a:ea typeface="Noto Sans JP" pitchFamily="34" charset="-122"/>
                <a:cs typeface="Noto Sans JP" pitchFamily="34" charset="-120"/>
              </a:rPr>
              <a:t>▸ materials</a:t>
            </a:r>
            <a:endParaRPr lang="en-US" sz="1100" dirty="0"/>
          </a:p>
        </p:txBody>
      </p:sp>
      <p:sp>
        <p:nvSpPr>
          <p:cNvPr id="33" name="Text 28"/>
          <p:cNvSpPr/>
          <p:nvPr/>
        </p:nvSpPr>
        <p:spPr>
          <a:xfrm>
            <a:off x="6642100" y="2599630"/>
            <a:ext cx="11176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D9D4F0"/>
                </a:solidFill>
                <a:latin typeface="Noto Sans JP" pitchFamily="34" charset="0"/>
                <a:ea typeface="Noto Sans JP" pitchFamily="34" charset="-122"/>
                <a:cs typeface="Noto Sans JP" pitchFamily="34" charset="-120"/>
              </a:rPr>
              <a:t>▸ participants</a:t>
            </a:r>
            <a:endParaRPr lang="en-US" sz="1100" dirty="0"/>
          </a:p>
        </p:txBody>
      </p:sp>
      <p:sp>
        <p:nvSpPr>
          <p:cNvPr id="34" name="Text 29"/>
          <p:cNvSpPr/>
          <p:nvPr/>
        </p:nvSpPr>
        <p:spPr>
          <a:xfrm>
            <a:off x="6642100" y="2858691"/>
            <a:ext cx="11176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D9D4F0"/>
                </a:solidFill>
                <a:latin typeface="Noto Sans JP" pitchFamily="34" charset="0"/>
                <a:ea typeface="Noto Sans JP" pitchFamily="34" charset="-122"/>
                <a:cs typeface="Noto Sans JP" pitchFamily="34" charset="-120"/>
              </a:rPr>
              <a:t>README.md</a:t>
            </a:r>
            <a:endParaRPr lang="en-US" sz="1100" dirty="0"/>
          </a:p>
        </p:txBody>
      </p:sp>
      <p:sp>
        <p:nvSpPr>
          <p:cNvPr id="35" name="Shape 30"/>
          <p:cNvSpPr/>
          <p:nvPr/>
        </p:nvSpPr>
        <p:spPr>
          <a:xfrm>
            <a:off x="7810500" y="1708150"/>
            <a:ext cx="1981200" cy="2928640"/>
          </a:xfrm>
          <a:prstGeom prst="rect">
            <a:avLst/>
          </a:prstGeom>
          <a:solidFill>
            <a:srgbClr val="1B1A27"/>
          </a:solidFill>
          <a:ln/>
        </p:spPr>
      </p:sp>
      <p:sp>
        <p:nvSpPr>
          <p:cNvPr id="36" name="Shape 31"/>
          <p:cNvSpPr/>
          <p:nvPr/>
        </p:nvSpPr>
        <p:spPr>
          <a:xfrm>
            <a:off x="9791700" y="1708150"/>
            <a:ext cx="1587500" cy="2928640"/>
          </a:xfrm>
          <a:prstGeom prst="rect">
            <a:avLst/>
          </a:prstGeom>
          <a:solidFill>
            <a:srgbClr val="23213A"/>
          </a:solidFill>
          <a:ln/>
        </p:spPr>
      </p:sp>
      <p:sp>
        <p:nvSpPr>
          <p:cNvPr id="37" name="Text 32"/>
          <p:cNvSpPr/>
          <p:nvPr/>
        </p:nvSpPr>
        <p:spPr>
          <a:xfrm>
            <a:off x="9893300" y="1822450"/>
            <a:ext cx="1435100"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9C97B8"/>
                </a:solidFill>
                <a:latin typeface="Noto Sans JP" pitchFamily="34" charset="0"/>
                <a:ea typeface="Noto Sans JP" pitchFamily="34" charset="-122"/>
                <a:cs typeface="Noto Sans JP" pitchFamily="34" charset="-120"/>
              </a:rPr>
              <a:t>チャット</a:t>
            </a:r>
            <a:endParaRPr lang="en-US" sz="1100" dirty="0"/>
          </a:p>
        </p:txBody>
      </p:sp>
      <p:sp>
        <p:nvSpPr>
          <p:cNvPr id="38" name="Text 33"/>
          <p:cNvSpPr/>
          <p:nvPr/>
        </p:nvSpPr>
        <p:spPr>
          <a:xfrm>
            <a:off x="9899650" y="4180880"/>
            <a:ext cx="1371600" cy="335260"/>
          </a:xfrm>
          <a:prstGeom prst="roundRect">
            <a:avLst>
              <a:gd name="adj" fmla="val 17046"/>
            </a:avLst>
          </a:prstGeom>
          <a:solidFill>
            <a:srgbClr val="2F2C4D"/>
          </a:solidFill>
          <a:ln w="12700">
            <a:solidFill>
              <a:srgbClr val="8468EE"/>
            </a:solidFill>
            <a:prstDash val="solid"/>
          </a:ln>
        </p:spPr>
        <p:txBody>
          <a:bodyPr wrap="square" lIns="65811" tIns="53111" rIns="15011" bIns="27711" rtlCol="0" anchor="t">
            <a:normAutofit/>
          </a:bodyPr>
          <a:lstStyle/>
          <a:p>
            <a:pPr algn="l" indent="0" marL="0">
              <a:lnSpc>
                <a:spcPts val="1540"/>
              </a:lnSpc>
              <a:buNone/>
            </a:pPr>
            <a:r>
              <a:rPr lang="en-US" sz="1100" dirty="0">
                <a:solidFill>
                  <a:srgbClr val="D9D4F0"/>
                </a:solidFill>
                <a:latin typeface="Noto Sans JP" pitchFamily="34" charset="0"/>
                <a:ea typeface="Noto Sans JP" pitchFamily="34" charset="-122"/>
                <a:cs typeface="Noto Sans JP" pitchFamily="34" charset="-120"/>
              </a:rPr>
              <a:t>ここに依頼を書く</a:t>
            </a:r>
            <a:endParaRPr lang="en-US" sz="1100" dirty="0"/>
          </a:p>
        </p:txBody>
      </p:sp>
      <p:sp>
        <p:nvSpPr>
          <p:cNvPr id="39" name="Text 34"/>
          <p:cNvSpPr/>
          <p:nvPr/>
        </p:nvSpPr>
        <p:spPr>
          <a:xfrm>
            <a:off x="6184900" y="4636790"/>
            <a:ext cx="5194300" cy="271760"/>
          </a:xfrm>
          <a:custGeom>
            <a:avLst/>
            <a:gdLst/>
            <a:ahLst/>
            <a:cxnLst/>
            <a:rect l="l" t="t" r="r" b="b"/>
            <a:pathLst>
              <a:path w="5194300" h="271760">
                <a:moveTo>
                  <a:pt x="5194300" y="170160"/>
                </a:moveTo>
                <a:arcTo hR="101600" wR="101600" stAng="0" swAng="5400000"/>
                <a:lnTo>
                  <a:pt x="101600" y="271760"/>
                </a:lnTo>
                <a:arcTo hR="101600" wR="101600" stAng="5400000" swAng="5400000"/>
                <a:lnTo>
                  <a:pt x="0" y="0"/>
                </a:lnTo>
                <a:lnTo>
                  <a:pt x="5194300" y="0"/>
                </a:lnTo>
                <a:close/>
              </a:path>
            </a:pathLst>
          </a:custGeom>
          <a:solidFill>
            <a:srgbClr val="6A4BE0"/>
          </a:solidFill>
          <a:ln/>
        </p:spPr>
        <p:txBody>
          <a:bodyPr wrap="none" lIns="114300" tIns="38100" rIns="114300" bIns="12700" rtlCol="0" anchor="t">
            <a:normAutofit/>
          </a:bodyPr>
          <a:lstStyle/>
          <a:p>
            <a:pPr algn="l" indent="0" marL="0">
              <a:lnSpc>
                <a:spcPts val="1540"/>
              </a:lnSpc>
              <a:buNone/>
            </a:pPr>
            <a:r>
              <a:rPr lang="en-US" sz="1100" dirty="0">
                <a:solidFill>
                  <a:srgbClr val="F7F6FB"/>
                </a:solidFill>
                <a:latin typeface="Noto Sans JP" pitchFamily="34" charset="0"/>
                <a:ea typeface="Noto Sans JP" pitchFamily="34" charset="-122"/>
                <a:cs typeface="Noto Sans JP" pitchFamily="34" charset="-120"/>
              </a:rPr>
              <a:t>ブランチ：practice/taro</a:t>
            </a:r>
            <a:endParaRPr lang="en-US" sz="1100" dirty="0"/>
          </a:p>
        </p:txBody>
      </p:sp>
      <p:sp>
        <p:nvSpPr>
          <p:cNvPr id="40" name="Text 35"/>
          <p:cNvSpPr/>
          <p:nvPr/>
        </p:nvSpPr>
        <p:spPr>
          <a:xfrm>
            <a:off x="812800" y="5111750"/>
            <a:ext cx="3420467" cy="434280"/>
          </a:xfrm>
          <a:prstGeom prst="roundRect">
            <a:avLst>
              <a:gd name="adj" fmla="val 20471"/>
            </a:avLst>
          </a:prstGeom>
          <a:solidFill>
            <a:srgbClr val="ECE8FA"/>
          </a:solidFill>
          <a:ln/>
        </p:spPr>
        <p:txBody>
          <a:bodyPr wrap="square" lIns="126362" tIns="75562" rIns="32892" bIns="50162" rtlCol="0" anchor="t">
            <a:normAutofit/>
          </a:bodyPr>
          <a:lstStyle/>
          <a:p>
            <a:pPr algn="l" indent="0" marL="0">
              <a:lnSpc>
                <a:spcPts val="1820"/>
              </a:lnSpc>
              <a:buNone/>
            </a:pPr>
            <a:r>
              <a:rPr lang="en-US" sz="1300" dirty="0">
                <a:solidFill>
                  <a:srgbClr val="1E1B3A"/>
                </a:solidFill>
                <a:latin typeface="Noto Sans JP" pitchFamily="34" charset="0"/>
                <a:ea typeface="Noto Sans JP" pitchFamily="34" charset="-122"/>
                <a:cs typeface="Noto Sans JP" pitchFamily="34" charset="-120"/>
              </a:rPr>
              <a:t>スライドで全体をつかむ</a:t>
            </a:r>
            <a:endParaRPr lang="en-US" sz="1300" dirty="0"/>
          </a:p>
        </p:txBody>
      </p:sp>
      <p:sp>
        <p:nvSpPr>
          <p:cNvPr id="41" name="Text 36"/>
          <p:cNvSpPr/>
          <p:nvPr/>
        </p:nvSpPr>
        <p:spPr>
          <a:xfrm>
            <a:off x="4385667" y="5111750"/>
            <a:ext cx="3420566" cy="434280"/>
          </a:xfrm>
          <a:prstGeom prst="roundRect">
            <a:avLst>
              <a:gd name="adj" fmla="val 20471"/>
            </a:avLst>
          </a:prstGeom>
          <a:solidFill>
            <a:srgbClr val="1E1B3A"/>
          </a:solidFill>
          <a:ln/>
        </p:spPr>
        <p:txBody>
          <a:bodyPr wrap="square" lIns="126362" tIns="75562" rIns="32889" bIns="50162" rtlCol="0" anchor="t">
            <a:normAutofit/>
          </a:bodyPr>
          <a:lstStyle/>
          <a:p>
            <a:pPr algn="l" indent="0" marL="0">
              <a:lnSpc>
                <a:spcPts val="1820"/>
              </a:lnSpc>
              <a:buNone/>
            </a:pPr>
            <a:r>
              <a:rPr lang="en-US" sz="1300" dirty="0">
                <a:solidFill>
                  <a:srgbClr val="F7F6FB"/>
                </a:solidFill>
                <a:latin typeface="Noto Sans JP" pitchFamily="34" charset="0"/>
                <a:ea typeface="Noto Sans JP" pitchFamily="34" charset="-122"/>
                <a:cs typeface="Noto Sans JP" pitchFamily="34" charset="-120"/>
              </a:rPr>
              <a:t>操作は手順書（docs/）を見ながら</a:t>
            </a:r>
            <a:endParaRPr lang="en-US" sz="1300" dirty="0"/>
          </a:p>
        </p:txBody>
      </p:sp>
      <p:sp>
        <p:nvSpPr>
          <p:cNvPr id="42" name="Text 37"/>
          <p:cNvSpPr/>
          <p:nvPr/>
        </p:nvSpPr>
        <p:spPr>
          <a:xfrm>
            <a:off x="7958634" y="5111750"/>
            <a:ext cx="3420566" cy="434280"/>
          </a:xfrm>
          <a:prstGeom prst="roundRect">
            <a:avLst>
              <a:gd name="adj" fmla="val 20471"/>
            </a:avLst>
          </a:prstGeom>
          <a:solidFill>
            <a:srgbClr val="ECE8FA"/>
          </a:solidFill>
          <a:ln/>
        </p:spPr>
        <p:txBody>
          <a:bodyPr wrap="square" lIns="126362" tIns="75562" rIns="32889" bIns="50162" rtlCol="0" anchor="t">
            <a:normAutofit/>
          </a:bodyPr>
          <a:lstStyle/>
          <a:p>
            <a:pPr algn="l" indent="0" marL="0">
              <a:lnSpc>
                <a:spcPts val="1820"/>
              </a:lnSpc>
              <a:buNone/>
            </a:pPr>
            <a:r>
              <a:rPr lang="en-US" sz="1300" dirty="0">
                <a:solidFill>
                  <a:srgbClr val="1E1B3A"/>
                </a:solidFill>
                <a:latin typeface="Noto Sans JP" pitchFamily="34" charset="0"/>
                <a:ea typeface="Noto Sans JP" pitchFamily="34" charset="-122"/>
                <a:cs typeface="Noto Sans JP" pitchFamily="34" charset="-120"/>
              </a:rPr>
              <a:t>時間は目安の1.5倍を見ておく</a:t>
            </a:r>
            <a:endParaRPr lang="en-US" sz="1300" dirty="0"/>
          </a:p>
        </p:txBody>
      </p:sp>
      <p:sp>
        <p:nvSpPr>
          <p:cNvPr id="43" name="Text 38"/>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44" name="Text 39"/>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docs/self-study.md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776585"/>
            <a:ext cx="802184" cy="307280"/>
          </a:xfrm>
          <a:custGeom>
            <a:avLst/>
            <a:gdLst/>
            <a:ahLst/>
            <a:cxnLst/>
            <a:rect l="l" t="t" r="r" b="b"/>
            <a:pathLst>
              <a:path w="802184" h="307280">
                <a:moveTo>
                  <a:pt x="153640" y="0"/>
                </a:moveTo>
                <a:lnTo>
                  <a:pt x="648543" y="0"/>
                </a:lnTo>
                <a:arcTo hR="153640" wR="153640" stAng="16200000" swAng="5400000"/>
                <a:lnTo>
                  <a:pt x="802184"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STEP 0</a:t>
            </a:r>
            <a:endParaRPr lang="en-US" sz="1300" dirty="0"/>
          </a:p>
        </p:txBody>
      </p:sp>
      <p:sp>
        <p:nvSpPr>
          <p:cNvPr id="3" name="Text 1"/>
          <p:cNvSpPr/>
          <p:nvPr>
            <p:ph type="title"/>
          </p:nvPr>
        </p:nvSpPr>
        <p:spPr>
          <a:xfrm>
            <a:off x="1716584" y="711200"/>
            <a:ext cx="4818936"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始める前にそろえる5つ</a:t>
            </a:r>
            <a:endParaRPr lang="en-US" sz="3000" dirty="0"/>
          </a:p>
        </p:txBody>
      </p:sp>
      <p:sp>
        <p:nvSpPr>
          <p:cNvPr id="4" name="Shape 2"/>
          <p:cNvSpPr/>
          <p:nvPr/>
        </p:nvSpPr>
        <p:spPr>
          <a:xfrm>
            <a:off x="812800" y="1403350"/>
            <a:ext cx="1991320" cy="1889621"/>
          </a:xfrm>
          <a:prstGeom prst="roundRect">
            <a:avLst>
              <a:gd name="adj" fmla="val 6721"/>
            </a:avLst>
          </a:prstGeom>
          <a:solidFill>
            <a:srgbClr val="FFFFFF"/>
          </a:solidFill>
          <a:ln/>
        </p:spPr>
      </p:sp>
      <p:pic>
        <p:nvPicPr>
          <p:cNvPr id="5" name="Image 0" descr="Home">    </p:cNvPr>
          <p:cNvPicPr>
            <a:picLocks noChangeAspect="1"/>
          </p:cNvPicPr>
          <p:nvPr/>
        </p:nvPicPr>
        <p:blipFill>
          <a:blip r:embed="rId1"/>
          <a:srcRect l="0" r="0" t="0" b="0"/>
          <a:stretch/>
        </p:blipFill>
        <p:spPr>
          <a:xfrm>
            <a:off x="1554460" y="1657350"/>
            <a:ext cx="508000" cy="508000"/>
          </a:xfrm>
          <a:prstGeom prst="rect">
            <a:avLst/>
          </a:prstGeom>
        </p:spPr>
      </p:pic>
      <p:sp>
        <p:nvSpPr>
          <p:cNvPr id="6" name="Text 3"/>
          <p:cNvSpPr/>
          <p:nvPr/>
        </p:nvSpPr>
        <p:spPr>
          <a:xfrm>
            <a:off x="1076940" y="2266950"/>
            <a:ext cx="1463040" cy="26918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1E1B3A"/>
                </a:solidFill>
                <a:latin typeface="Noto Sans JP" pitchFamily="34" charset="0"/>
                <a:ea typeface="Noto Sans JP" pitchFamily="34" charset="-122"/>
                <a:cs typeface="Noto Sans JP" pitchFamily="34" charset="-120"/>
              </a:rPr>
              <a:t>作業フォルダ</a:t>
            </a:r>
            <a:endParaRPr lang="en-US" sz="1600" dirty="0"/>
          </a:p>
        </p:txBody>
      </p:sp>
      <p:sp>
        <p:nvSpPr>
          <p:cNvPr id="7" name="Text 4"/>
          <p:cNvSpPr/>
          <p:nvPr/>
        </p:nvSpPr>
        <p:spPr>
          <a:xfrm>
            <a:off x="1247279" y="2612330"/>
            <a:ext cx="1122363"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kiro フォルダを</a:t>
            </a:r>
            <a:endParaRPr lang="en-US" sz="1200" dirty="0"/>
          </a:p>
          <a:p>
            <a:pPr algn="ctr"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作っておく</a:t>
            </a:r>
            <a:endParaRPr lang="en-US" sz="1200" dirty="0"/>
          </a:p>
        </p:txBody>
      </p:sp>
      <p:sp>
        <p:nvSpPr>
          <p:cNvPr id="8" name="Shape 5"/>
          <p:cNvSpPr/>
          <p:nvPr/>
        </p:nvSpPr>
        <p:spPr>
          <a:xfrm>
            <a:off x="2956520" y="1403350"/>
            <a:ext cx="1991320" cy="1889621"/>
          </a:xfrm>
          <a:prstGeom prst="roundRect">
            <a:avLst>
              <a:gd name="adj" fmla="val 6721"/>
            </a:avLst>
          </a:prstGeom>
          <a:solidFill>
            <a:srgbClr val="FFFFFF"/>
          </a:solidFill>
          <a:ln/>
        </p:spPr>
      </p:sp>
      <p:pic>
        <p:nvPicPr>
          <p:cNvPr id="9" name="Image 1" descr="Wrench">    </p:cNvPr>
          <p:cNvPicPr>
            <a:picLocks noChangeAspect="1"/>
          </p:cNvPicPr>
          <p:nvPr/>
        </p:nvPicPr>
        <p:blipFill>
          <a:blip r:embed="rId2"/>
          <a:srcRect l="0" r="0" t="0" b="0"/>
          <a:stretch/>
        </p:blipFill>
        <p:spPr>
          <a:xfrm>
            <a:off x="3698180" y="1657350"/>
            <a:ext cx="508000" cy="508000"/>
          </a:xfrm>
          <a:prstGeom prst="rect">
            <a:avLst/>
          </a:prstGeom>
        </p:spPr>
      </p:pic>
      <p:sp>
        <p:nvSpPr>
          <p:cNvPr id="10" name="Text 6"/>
          <p:cNvSpPr/>
          <p:nvPr/>
        </p:nvSpPr>
        <p:spPr>
          <a:xfrm>
            <a:off x="3776325" y="2266950"/>
            <a:ext cx="351711" cy="26918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1E1B3A"/>
                </a:solidFill>
                <a:latin typeface="Noto Sans JP" pitchFamily="34" charset="0"/>
                <a:ea typeface="Noto Sans JP" pitchFamily="34" charset="-122"/>
                <a:cs typeface="Noto Sans JP" pitchFamily="34" charset="-120"/>
              </a:rPr>
              <a:t>Git</a:t>
            </a:r>
            <a:endParaRPr lang="en-US" sz="1600" dirty="0"/>
          </a:p>
        </p:txBody>
      </p:sp>
      <p:sp>
        <p:nvSpPr>
          <p:cNvPr id="11" name="Text 7"/>
          <p:cNvSpPr/>
          <p:nvPr/>
        </p:nvSpPr>
        <p:spPr>
          <a:xfrm>
            <a:off x="3321943" y="2612330"/>
            <a:ext cx="1260475"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git-scm.com から</a:t>
            </a:r>
            <a:endParaRPr lang="en-US" sz="1200" dirty="0"/>
          </a:p>
          <a:p>
            <a:pPr algn="ctr"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入れる（無料）</a:t>
            </a:r>
            <a:endParaRPr lang="en-US" sz="1200" dirty="0"/>
          </a:p>
        </p:txBody>
      </p:sp>
      <p:sp>
        <p:nvSpPr>
          <p:cNvPr id="12" name="Shape 8"/>
          <p:cNvSpPr/>
          <p:nvPr/>
        </p:nvSpPr>
        <p:spPr>
          <a:xfrm>
            <a:off x="5100241" y="1403350"/>
            <a:ext cx="1991420" cy="1889621"/>
          </a:xfrm>
          <a:prstGeom prst="roundRect">
            <a:avLst>
              <a:gd name="adj" fmla="val 6721"/>
            </a:avLst>
          </a:prstGeom>
          <a:solidFill>
            <a:srgbClr val="FFFFFF"/>
          </a:solidFill>
          <a:ln/>
        </p:spPr>
      </p:sp>
      <p:pic>
        <p:nvPicPr>
          <p:cNvPr id="13" name="Image 2" descr="Users">    </p:cNvPr>
          <p:cNvPicPr>
            <a:picLocks noChangeAspect="1"/>
          </p:cNvPicPr>
          <p:nvPr/>
        </p:nvPicPr>
        <p:blipFill>
          <a:blip r:embed="rId3"/>
          <a:srcRect l="0" r="0" t="0" b="0"/>
          <a:stretch/>
        </p:blipFill>
        <p:spPr>
          <a:xfrm>
            <a:off x="5841901" y="1657350"/>
            <a:ext cx="508000" cy="508000"/>
          </a:xfrm>
          <a:prstGeom prst="rect">
            <a:avLst/>
          </a:prstGeom>
        </p:spPr>
      </p:pic>
      <p:sp>
        <p:nvSpPr>
          <p:cNvPr id="14" name="Text 9"/>
          <p:cNvSpPr/>
          <p:nvPr/>
        </p:nvSpPr>
        <p:spPr>
          <a:xfrm>
            <a:off x="5671562" y="2266950"/>
            <a:ext cx="848678" cy="26918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1E1B3A"/>
                </a:solidFill>
                <a:latin typeface="Noto Sans JP" pitchFamily="34" charset="0"/>
                <a:ea typeface="Noto Sans JP" pitchFamily="34" charset="-122"/>
                <a:cs typeface="Noto Sans JP" pitchFamily="34" charset="-120"/>
              </a:rPr>
              <a:t>GitHub</a:t>
            </a:r>
            <a:endParaRPr lang="en-US" sz="1600" dirty="0"/>
          </a:p>
        </p:txBody>
      </p:sp>
      <p:sp>
        <p:nvSpPr>
          <p:cNvPr id="15" name="Text 10"/>
          <p:cNvSpPr/>
          <p:nvPr/>
        </p:nvSpPr>
        <p:spPr>
          <a:xfrm>
            <a:off x="5460901" y="2612330"/>
            <a:ext cx="12700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アカウントを作る</a:t>
            </a:r>
            <a:endParaRPr lang="en-US" sz="1200" dirty="0"/>
          </a:p>
          <a:p>
            <a:pPr algn="ctr"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（無料）</a:t>
            </a:r>
            <a:endParaRPr lang="en-US" sz="1200" dirty="0"/>
          </a:p>
        </p:txBody>
      </p:sp>
      <p:sp>
        <p:nvSpPr>
          <p:cNvPr id="16" name="Shape 11"/>
          <p:cNvSpPr/>
          <p:nvPr/>
        </p:nvSpPr>
        <p:spPr>
          <a:xfrm>
            <a:off x="7244060" y="1403350"/>
            <a:ext cx="1991320" cy="1889621"/>
          </a:xfrm>
          <a:prstGeom prst="roundRect">
            <a:avLst>
              <a:gd name="adj" fmla="val 6721"/>
            </a:avLst>
          </a:prstGeom>
          <a:solidFill>
            <a:srgbClr val="FFFFFF"/>
          </a:solidFill>
          <a:ln/>
        </p:spPr>
      </p:sp>
      <p:pic>
        <p:nvPicPr>
          <p:cNvPr id="17" name="Image 3" descr="Code">    </p:cNvPr>
          <p:cNvPicPr>
            <a:picLocks noChangeAspect="1"/>
          </p:cNvPicPr>
          <p:nvPr/>
        </p:nvPicPr>
        <p:blipFill>
          <a:blip r:embed="rId4"/>
          <a:srcRect l="0" r="0" t="0" b="0"/>
          <a:stretch/>
        </p:blipFill>
        <p:spPr>
          <a:xfrm>
            <a:off x="7985720" y="1657350"/>
            <a:ext cx="508000" cy="508000"/>
          </a:xfrm>
          <a:prstGeom prst="rect">
            <a:avLst/>
          </a:prstGeom>
        </p:spPr>
      </p:pic>
      <p:sp>
        <p:nvSpPr>
          <p:cNvPr id="18" name="Text 12"/>
          <p:cNvSpPr/>
          <p:nvPr/>
        </p:nvSpPr>
        <p:spPr>
          <a:xfrm>
            <a:off x="7761565" y="2266950"/>
            <a:ext cx="956310" cy="26918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1E1B3A"/>
                </a:solidFill>
                <a:latin typeface="Noto Sans JP" pitchFamily="34" charset="0"/>
                <a:ea typeface="Noto Sans JP" pitchFamily="34" charset="-122"/>
                <a:cs typeface="Noto Sans JP" pitchFamily="34" charset="-120"/>
              </a:rPr>
              <a:t>Kiro IDE</a:t>
            </a:r>
            <a:endParaRPr lang="en-US" sz="1600" dirty="0"/>
          </a:p>
        </p:txBody>
      </p:sp>
      <p:sp>
        <p:nvSpPr>
          <p:cNvPr id="19" name="Text 13"/>
          <p:cNvSpPr/>
          <p:nvPr/>
        </p:nvSpPr>
        <p:spPr>
          <a:xfrm>
            <a:off x="7418794" y="2612330"/>
            <a:ext cx="164175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kiro.dev から入れる</a:t>
            </a:r>
            <a:endParaRPr lang="en-US" sz="1200" dirty="0"/>
          </a:p>
        </p:txBody>
      </p:sp>
      <p:sp>
        <p:nvSpPr>
          <p:cNvPr id="20" name="Shape 14"/>
          <p:cNvSpPr/>
          <p:nvPr/>
        </p:nvSpPr>
        <p:spPr>
          <a:xfrm>
            <a:off x="9387780" y="1403350"/>
            <a:ext cx="1991420" cy="1889621"/>
          </a:xfrm>
          <a:prstGeom prst="roundRect">
            <a:avLst>
              <a:gd name="adj" fmla="val 6721"/>
            </a:avLst>
          </a:prstGeom>
          <a:solidFill>
            <a:srgbClr val="1E1B3A"/>
          </a:solidFill>
          <a:ln/>
        </p:spPr>
      </p:sp>
      <p:pic>
        <p:nvPicPr>
          <p:cNvPr id="21" name="Image 4" descr="Database">    </p:cNvPr>
          <p:cNvPicPr>
            <a:picLocks noChangeAspect="1"/>
          </p:cNvPicPr>
          <p:nvPr/>
        </p:nvPicPr>
        <p:blipFill>
          <a:blip r:embed="rId5"/>
          <a:srcRect l="0" r="0" t="0" b="0"/>
          <a:stretch/>
        </p:blipFill>
        <p:spPr>
          <a:xfrm>
            <a:off x="10129441" y="1657350"/>
            <a:ext cx="508000" cy="508000"/>
          </a:xfrm>
          <a:prstGeom prst="rect">
            <a:avLst/>
          </a:prstGeom>
        </p:spPr>
      </p:pic>
      <p:sp>
        <p:nvSpPr>
          <p:cNvPr id="22" name="Text 15"/>
          <p:cNvSpPr/>
          <p:nvPr/>
        </p:nvSpPr>
        <p:spPr>
          <a:xfrm>
            <a:off x="9773841" y="2266950"/>
            <a:ext cx="1219200" cy="26918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7F6FB"/>
                </a:solidFill>
                <a:latin typeface="Noto Sans JP" pitchFamily="34" charset="0"/>
                <a:ea typeface="Noto Sans JP" pitchFamily="34" charset="-122"/>
                <a:cs typeface="Noto Sans JP" pitchFamily="34" charset="-120"/>
              </a:rPr>
              <a:t>リポジトリ</a:t>
            </a:r>
            <a:endParaRPr lang="en-US" sz="1600" dirty="0"/>
          </a:p>
        </p:txBody>
      </p:sp>
      <p:sp>
        <p:nvSpPr>
          <p:cNvPr id="23" name="Text 16"/>
          <p:cNvSpPr/>
          <p:nvPr/>
        </p:nvSpPr>
        <p:spPr>
          <a:xfrm>
            <a:off x="9672241" y="2612330"/>
            <a:ext cx="14224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9D4F0"/>
                </a:solidFill>
                <a:latin typeface="Noto Sans JP" pitchFamily="34" charset="0"/>
                <a:ea typeface="Noto Sans JP" pitchFamily="34" charset="-122"/>
                <a:cs typeface="Noto Sans JP" pitchFamily="34" charset="-120"/>
              </a:rPr>
              <a:t>自分のアカウントに</a:t>
            </a:r>
            <a:endParaRPr lang="en-US" sz="1200" dirty="0"/>
          </a:p>
          <a:p>
            <a:pPr algn="ctr" indent="0" marL="0">
              <a:lnSpc>
                <a:spcPts val="1680"/>
              </a:lnSpc>
              <a:buNone/>
            </a:pPr>
            <a:r>
              <a:rPr lang="en-US" sz="1200" dirty="0">
                <a:solidFill>
                  <a:srgbClr val="D9D4F0"/>
                </a:solidFill>
                <a:latin typeface="Noto Sans JP" pitchFamily="34" charset="0"/>
                <a:ea typeface="Noto Sans JP" pitchFamily="34" charset="-122"/>
                <a:cs typeface="Noto Sans JP" pitchFamily="34" charset="-120"/>
              </a:rPr>
              <a:t>コピー</a:t>
            </a:r>
            <a:endParaRPr lang="en-US" sz="1200" dirty="0"/>
          </a:p>
        </p:txBody>
      </p:sp>
      <p:sp>
        <p:nvSpPr>
          <p:cNvPr id="24" name="Text 17"/>
          <p:cNvSpPr/>
          <p:nvPr/>
        </p:nvSpPr>
        <p:spPr>
          <a:xfrm>
            <a:off x="812800" y="354697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B3A"/>
                </a:solidFill>
                <a:latin typeface="Noto Sans JP" pitchFamily="34" charset="0"/>
                <a:ea typeface="Noto Sans JP" pitchFamily="34" charset="-122"/>
                <a:cs typeface="Noto Sans JP" pitchFamily="34" charset="-120"/>
              </a:rPr>
              <a:t>Git が入ったか確かめる </a:t>
            </a:r>
            <a:r>
              <a:rPr lang="en-US" sz="1400" b="1" dirty="0">
                <a:solidFill>
                  <a:srgbClr val="6B6880"/>
                </a:solidFill>
                <a:latin typeface="Noto Sans JP" pitchFamily="34" charset="0"/>
                <a:ea typeface="Noto Sans JP" pitchFamily="34" charset="-122"/>
                <a:cs typeface="Noto Sans JP" pitchFamily="34" charset="-120"/>
              </a:rPr>
              <a:t>（PowerShell）</a:t>
            </a:r>
            <a:endParaRPr lang="en-US" sz="1400" dirty="0"/>
          </a:p>
        </p:txBody>
      </p:sp>
      <p:sp>
        <p:nvSpPr>
          <p:cNvPr id="25" name="Shape 18"/>
          <p:cNvSpPr/>
          <p:nvPr/>
        </p:nvSpPr>
        <p:spPr>
          <a:xfrm>
            <a:off x="812800" y="3872012"/>
            <a:ext cx="10566400" cy="304800"/>
          </a:xfrm>
          <a:custGeom>
            <a:avLst/>
            <a:gdLst/>
            <a:ahLst/>
            <a:cxnLst/>
            <a:rect l="l" t="t" r="r" b="b"/>
            <a:pathLst>
              <a:path w="10566400" h="304800">
                <a:moveTo>
                  <a:pt x="0" y="76200"/>
                </a:moveTo>
                <a:arcTo hR="76200" wR="76200" stAng="10800000" swAng="5400000"/>
                <a:lnTo>
                  <a:pt x="10490200" y="0"/>
                </a:lnTo>
                <a:arcTo hR="76200" wR="76200" stAng="16200000" swAng="5400000"/>
                <a:lnTo>
                  <a:pt x="10566400" y="304800"/>
                </a:lnTo>
                <a:lnTo>
                  <a:pt x="0" y="304800"/>
                </a:lnTo>
                <a:close/>
              </a:path>
            </a:pathLst>
          </a:custGeom>
          <a:solidFill>
            <a:srgbClr val="0B1A3B"/>
          </a:solidFill>
          <a:ln/>
        </p:spPr>
      </p:sp>
      <p:sp>
        <p:nvSpPr>
          <p:cNvPr id="26" name="Text 19"/>
          <p:cNvSpPr/>
          <p:nvPr/>
        </p:nvSpPr>
        <p:spPr>
          <a:xfrm>
            <a:off x="927100" y="3922812"/>
            <a:ext cx="887710" cy="203200"/>
          </a:xfrm>
          <a:custGeom>
            <a:avLst/>
            <a:gdLst/>
            <a:ahLst/>
            <a:cxnLst/>
            <a:rect l="l" t="t" r="r" b="b"/>
            <a:pathLst>
              <a:path w="887710" h="203200">
                <a:moveTo>
                  <a:pt x="101600" y="0"/>
                </a:moveTo>
                <a:lnTo>
                  <a:pt x="786110" y="0"/>
                </a:lnTo>
                <a:arcTo hR="101600" wR="101600" stAng="16200000" swAng="5400000"/>
                <a:lnTo>
                  <a:pt x="887710" y="101600"/>
                </a:lnTo>
                <a:arcTo hR="101600" wR="101600" stAng="0" swAng="5400000"/>
                <a:lnTo>
                  <a:pt x="101600" y="203200"/>
                </a:lnTo>
                <a:arcTo hR="101600" wR="101600" stAng="5400000" swAng="5400000"/>
                <a:lnTo>
                  <a:pt x="0" y="101600"/>
                </a:lnTo>
                <a:arcTo hR="101600" wR="101600" stAng="10800000" swAng="5400000"/>
                <a:close/>
              </a:path>
            </a:pathLst>
          </a:custGeom>
          <a:solidFill>
            <a:srgbClr val="FFFFFF"/>
          </a:solidFill>
          <a:ln/>
        </p:spPr>
        <p:txBody>
          <a:bodyPr wrap="none" lIns="0" tIns="0" rIns="0" bIns="0" rtlCol="0" anchor="ctr">
            <a:normAutofit/>
          </a:bodyPr>
          <a:lstStyle/>
          <a:p>
            <a:pPr algn="ctr" indent="0" marL="0">
              <a:lnSpc>
                <a:spcPts val="1400"/>
              </a:lnSpc>
              <a:buNone/>
            </a:pPr>
            <a:r>
              <a:rPr lang="en-US" sz="1000" b="1" dirty="0">
                <a:solidFill>
                  <a:srgbClr val="012456"/>
                </a:solidFill>
                <a:latin typeface="Noto Sans JP" pitchFamily="34" charset="0"/>
                <a:ea typeface="Noto Sans JP" pitchFamily="34" charset="-122"/>
                <a:cs typeface="Noto Sans JP" pitchFamily="34" charset="-120"/>
              </a:rPr>
              <a:t>PowerShell</a:t>
            </a:r>
            <a:endParaRPr lang="en-US" sz="1000" dirty="0"/>
          </a:p>
        </p:txBody>
      </p:sp>
      <p:sp>
        <p:nvSpPr>
          <p:cNvPr id="27" name="Text 20"/>
          <p:cNvSpPr/>
          <p:nvPr/>
        </p:nvSpPr>
        <p:spPr>
          <a:xfrm>
            <a:off x="1891010" y="3935512"/>
            <a:ext cx="877868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B8C7E6"/>
                </a:solidFill>
                <a:latin typeface="Noto Sans JP" pitchFamily="34" charset="0"/>
                <a:ea typeface="Noto Sans JP" pitchFamily="34" charset="-122"/>
                <a:cs typeface="Noto Sans JP" pitchFamily="34" charset="-120"/>
              </a:rPr>
              <a:t>Windows PowerShell</a:t>
            </a:r>
            <a:endParaRPr lang="en-US" sz="1000" dirty="0"/>
          </a:p>
        </p:txBody>
      </p:sp>
      <p:sp>
        <p:nvSpPr>
          <p:cNvPr id="28" name="Text 21"/>
          <p:cNvSpPr/>
          <p:nvPr/>
        </p:nvSpPr>
        <p:spPr>
          <a:xfrm>
            <a:off x="10566400" y="3926582"/>
            <a:ext cx="749300"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B8C7E6"/>
                </a:solidFill>
                <a:latin typeface="Noto Sans JP" pitchFamily="34" charset="0"/>
                <a:ea typeface="Noto Sans JP" pitchFamily="34" charset="-122"/>
                <a:cs typeface="Noto Sans JP" pitchFamily="34" charset="-120"/>
              </a:rPr>
              <a:t>─　□　×</a:t>
            </a:r>
            <a:endParaRPr lang="en-US" sz="1100" dirty="0"/>
          </a:p>
        </p:txBody>
      </p:sp>
      <p:sp>
        <p:nvSpPr>
          <p:cNvPr id="29" name="Text 22"/>
          <p:cNvSpPr/>
          <p:nvPr/>
        </p:nvSpPr>
        <p:spPr>
          <a:xfrm>
            <a:off x="812800" y="4176812"/>
            <a:ext cx="10566400" cy="889000"/>
          </a:xfrm>
          <a:custGeom>
            <a:avLst/>
            <a:gdLst/>
            <a:ahLst/>
            <a:cxnLst/>
            <a:rect l="l" t="t" r="r" b="b"/>
            <a:pathLst>
              <a:path w="10566400" h="889000">
                <a:moveTo>
                  <a:pt x="10566400" y="812800"/>
                </a:moveTo>
                <a:arcTo hR="76200" wR="76200" stAng="0" swAng="5400000"/>
                <a:lnTo>
                  <a:pt x="76200" y="889000"/>
                </a:lnTo>
                <a:arcTo hR="76200" wR="76200" stAng="5400000" swAng="5400000"/>
                <a:lnTo>
                  <a:pt x="0" y="0"/>
                </a:lnTo>
                <a:lnTo>
                  <a:pt x="10566400" y="0"/>
                </a:lnTo>
                <a:close/>
              </a:path>
            </a:pathLst>
          </a:custGeom>
          <a:solidFill>
            <a:srgbClr val="012456"/>
          </a:solidFill>
          <a:ln/>
        </p:spPr>
        <p:txBody>
          <a:bodyPr wrap="square" lIns="190500" tIns="139700" rIns="0" bIns="114300" rtlCol="0" anchor="t">
            <a:normAutofit/>
          </a:bodyPr>
          <a:lstStyle/>
          <a:p>
            <a:pPr algn="l" indent="0" marL="0">
              <a:lnSpc>
                <a:spcPts val="2400"/>
              </a:lnSpc>
              <a:buNone/>
            </a:pPr>
            <a:r>
              <a:rPr lang="en-US" sz="1600" dirty="0">
                <a:solidFill>
                  <a:srgbClr val="FFFFFF"/>
                </a:solidFill>
                <a:latin typeface="JetBrains Mono" pitchFamily="49" charset="0"/>
                <a:ea typeface="JetBrains Mono" pitchFamily="49" charset="-122"/>
                <a:cs typeface="JetBrains Mono" pitchFamily="49" charset="-120"/>
              </a:rPr>
              <a:t>PS&gt; git --version</a:t>
            </a:r>
            <a:endParaRPr lang="en-US" sz="1600" dirty="0"/>
          </a:p>
          <a:p>
            <a:pPr algn="l" indent="0" marL="0">
              <a:lnSpc>
                <a:spcPts val="2400"/>
              </a:lnSpc>
              <a:buNone/>
            </a:pPr>
            <a:r>
              <a:rPr lang="en-US" sz="1600" dirty="0">
                <a:solidFill>
                  <a:srgbClr val="9FE3C1"/>
                </a:solidFill>
                <a:latin typeface="JetBrains Mono" pitchFamily="49" charset="0"/>
                <a:ea typeface="JetBrains Mono" pitchFamily="49" charset="-122"/>
                <a:cs typeface="JetBrains Mono" pitchFamily="49" charset="-120"/>
              </a:rPr>
              <a:t>git version 2.xx.x</a:t>
            </a:r>
            <a:endParaRPr lang="en-US" sz="1600" dirty="0"/>
          </a:p>
        </p:txBody>
      </p:sp>
      <p:sp>
        <p:nvSpPr>
          <p:cNvPr id="30" name="Text 23"/>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31" name="Text 24"/>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docs/00-environment.md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776585"/>
            <a:ext cx="802184" cy="307280"/>
          </a:xfrm>
          <a:custGeom>
            <a:avLst/>
            <a:gdLst/>
            <a:ahLst/>
            <a:cxnLst/>
            <a:rect l="l" t="t" r="r" b="b"/>
            <a:pathLst>
              <a:path w="802184" h="307280">
                <a:moveTo>
                  <a:pt x="153640" y="0"/>
                </a:moveTo>
                <a:lnTo>
                  <a:pt x="648543" y="0"/>
                </a:lnTo>
                <a:arcTo hR="153640" wR="153640" stAng="16200000" swAng="5400000"/>
                <a:lnTo>
                  <a:pt x="802184"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STEP 0</a:t>
            </a:r>
            <a:endParaRPr lang="en-US" sz="1300" dirty="0"/>
          </a:p>
        </p:txBody>
      </p:sp>
      <p:sp>
        <p:nvSpPr>
          <p:cNvPr id="3" name="Text 1"/>
          <p:cNvSpPr/>
          <p:nvPr>
            <p:ph type="title"/>
          </p:nvPr>
        </p:nvSpPr>
        <p:spPr>
          <a:xfrm>
            <a:off x="1716584" y="711200"/>
            <a:ext cx="5606534"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Kiro のプランとクレジット</a:t>
            </a:r>
            <a:endParaRPr lang="en-US" sz="3000" dirty="0"/>
          </a:p>
        </p:txBody>
      </p:sp>
      <p:sp>
        <p:nvSpPr>
          <p:cNvPr id="4" name="Shape 2"/>
          <p:cNvSpPr/>
          <p:nvPr/>
        </p:nvSpPr>
        <p:spPr>
          <a:xfrm>
            <a:off x="819150" y="1409700"/>
            <a:ext cx="3390900" cy="2067421"/>
          </a:xfrm>
          <a:prstGeom prst="roundRect">
            <a:avLst>
              <a:gd name="adj" fmla="val 5836"/>
            </a:avLst>
          </a:prstGeom>
          <a:solidFill>
            <a:srgbClr val="FFFFFF"/>
          </a:solidFill>
          <a:ln w="12700">
            <a:solidFill>
              <a:srgbClr val="D6D2E6"/>
            </a:solidFill>
            <a:prstDash val="solid"/>
          </a:ln>
        </p:spPr>
      </p:sp>
      <p:sp>
        <p:nvSpPr>
          <p:cNvPr id="5" name="Text 3"/>
          <p:cNvSpPr/>
          <p:nvPr/>
        </p:nvSpPr>
        <p:spPr>
          <a:xfrm>
            <a:off x="1079500" y="1670050"/>
            <a:ext cx="295630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1B3A"/>
                </a:solidFill>
                <a:latin typeface="Noto Sans JP" pitchFamily="34" charset="0"/>
                <a:ea typeface="Noto Sans JP" pitchFamily="34" charset="-122"/>
                <a:cs typeface="Noto Sans JP" pitchFamily="34" charset="-120"/>
              </a:rPr>
              <a:t>Free</a:t>
            </a:r>
            <a:endParaRPr lang="en-US" sz="1500" dirty="0"/>
          </a:p>
        </p:txBody>
      </p:sp>
      <p:sp>
        <p:nvSpPr>
          <p:cNvPr id="6" name="Text 4"/>
          <p:cNvSpPr/>
          <p:nvPr/>
        </p:nvSpPr>
        <p:spPr>
          <a:xfrm>
            <a:off x="1079500" y="2012950"/>
            <a:ext cx="2956306"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E1B3A"/>
                </a:solidFill>
                <a:latin typeface="Noto Sans JP" pitchFamily="34" charset="0"/>
                <a:ea typeface="Noto Sans JP" pitchFamily="34" charset="-122"/>
                <a:cs typeface="Noto Sans JP" pitchFamily="34" charset="-120"/>
              </a:rPr>
              <a:t>50</a:t>
            </a:r>
            <a:r>
              <a:rPr lang="en-US" sz="3600" b="1" dirty="0">
                <a:solidFill>
                  <a:srgbClr val="6B6880"/>
                </a:solidFill>
                <a:latin typeface="Noto Sans JP" pitchFamily="34" charset="0"/>
                <a:ea typeface="Noto Sans JP" pitchFamily="34" charset="-122"/>
                <a:cs typeface="Noto Sans JP" pitchFamily="34" charset="-120"/>
              </a:rPr>
              <a:t> /月</a:t>
            </a:r>
            <a:endParaRPr lang="en-US" sz="3600" dirty="0"/>
          </a:p>
        </p:txBody>
      </p:sp>
      <p:sp>
        <p:nvSpPr>
          <p:cNvPr id="7" name="Text 5"/>
          <p:cNvSpPr/>
          <p:nvPr/>
        </p:nvSpPr>
        <p:spPr>
          <a:xfrm>
            <a:off x="1079500" y="2729210"/>
            <a:ext cx="295630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無料。STEP 1〜3 のお試し向き</a:t>
            </a:r>
            <a:endParaRPr lang="en-US" sz="1300" dirty="0"/>
          </a:p>
        </p:txBody>
      </p:sp>
      <p:sp>
        <p:nvSpPr>
          <p:cNvPr id="8" name="Shape 6"/>
          <p:cNvSpPr/>
          <p:nvPr/>
        </p:nvSpPr>
        <p:spPr>
          <a:xfrm>
            <a:off x="4406900" y="1416050"/>
            <a:ext cx="3378200" cy="2054721"/>
          </a:xfrm>
          <a:prstGeom prst="roundRect">
            <a:avLst>
              <a:gd name="adj" fmla="val 5563"/>
            </a:avLst>
          </a:prstGeom>
          <a:solidFill>
            <a:srgbClr val="FFFFFF"/>
          </a:solidFill>
          <a:ln w="25400">
            <a:solidFill>
              <a:srgbClr val="6A4BE0"/>
            </a:solidFill>
            <a:prstDash val="solid"/>
          </a:ln>
        </p:spPr>
      </p:sp>
      <p:sp>
        <p:nvSpPr>
          <p:cNvPr id="9" name="Text 7"/>
          <p:cNvSpPr/>
          <p:nvPr/>
        </p:nvSpPr>
        <p:spPr>
          <a:xfrm>
            <a:off x="4673600" y="1682750"/>
            <a:ext cx="293014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1B3A"/>
                </a:solidFill>
                <a:latin typeface="Noto Sans JP" pitchFamily="34" charset="0"/>
                <a:ea typeface="Noto Sans JP" pitchFamily="34" charset="-122"/>
                <a:cs typeface="Noto Sans JP" pitchFamily="34" charset="-120"/>
              </a:rPr>
              <a:t>Pro　</a:t>
            </a:r>
            <a:r>
              <a:rPr lang="en-US" sz="1500" b="1" dirty="0">
                <a:solidFill>
                  <a:srgbClr val="6A4BE0"/>
                </a:solidFill>
                <a:latin typeface="Noto Sans JP" pitchFamily="34" charset="0"/>
                <a:ea typeface="Noto Sans JP" pitchFamily="34" charset="-122"/>
                <a:cs typeface="Noto Sans JP" pitchFamily="34" charset="-120"/>
              </a:rPr>
              <a:t>おすすめ</a:t>
            </a:r>
            <a:endParaRPr lang="en-US" sz="1500" dirty="0"/>
          </a:p>
        </p:txBody>
      </p:sp>
      <p:sp>
        <p:nvSpPr>
          <p:cNvPr id="10" name="Text 8"/>
          <p:cNvSpPr/>
          <p:nvPr/>
        </p:nvSpPr>
        <p:spPr>
          <a:xfrm>
            <a:off x="4673600" y="2025650"/>
            <a:ext cx="2930144"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6A4BE0"/>
                </a:solidFill>
                <a:latin typeface="Noto Sans JP" pitchFamily="34" charset="0"/>
                <a:ea typeface="Noto Sans JP" pitchFamily="34" charset="-122"/>
                <a:cs typeface="Noto Sans JP" pitchFamily="34" charset="-120"/>
              </a:rPr>
              <a:t>1,000</a:t>
            </a:r>
            <a:r>
              <a:rPr lang="en-US" sz="3600" b="1" dirty="0">
                <a:solidFill>
                  <a:srgbClr val="6B6880"/>
                </a:solidFill>
                <a:latin typeface="Noto Sans JP" pitchFamily="34" charset="0"/>
                <a:ea typeface="Noto Sans JP" pitchFamily="34" charset="-122"/>
                <a:cs typeface="Noto Sans JP" pitchFamily="34" charset="-120"/>
              </a:rPr>
              <a:t> /月</a:t>
            </a:r>
            <a:endParaRPr lang="en-US" sz="3600" dirty="0"/>
          </a:p>
        </p:txBody>
      </p:sp>
      <p:sp>
        <p:nvSpPr>
          <p:cNvPr id="11" name="Text 9"/>
          <p:cNvSpPr/>
          <p:nvPr/>
        </p:nvSpPr>
        <p:spPr>
          <a:xfrm>
            <a:off x="4673600" y="2741910"/>
            <a:ext cx="293014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月20ドル。</a:t>
            </a:r>
            <a:endParaRPr lang="en-US" sz="1300" dirty="0"/>
          </a:p>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STEP 1〜9 を通して行うならこれ</a:t>
            </a:r>
            <a:endParaRPr lang="en-US" sz="1300" dirty="0"/>
          </a:p>
        </p:txBody>
      </p:sp>
      <p:sp>
        <p:nvSpPr>
          <p:cNvPr id="12" name="Shape 10"/>
          <p:cNvSpPr/>
          <p:nvPr/>
        </p:nvSpPr>
        <p:spPr>
          <a:xfrm>
            <a:off x="7981950" y="1409700"/>
            <a:ext cx="3390900" cy="2067421"/>
          </a:xfrm>
          <a:prstGeom prst="roundRect">
            <a:avLst>
              <a:gd name="adj" fmla="val 5836"/>
            </a:avLst>
          </a:prstGeom>
          <a:solidFill>
            <a:srgbClr val="FFFFFF"/>
          </a:solidFill>
          <a:ln w="12700">
            <a:solidFill>
              <a:srgbClr val="D6D2E6"/>
            </a:solidFill>
            <a:prstDash val="solid"/>
          </a:ln>
        </p:spPr>
      </p:sp>
      <p:sp>
        <p:nvSpPr>
          <p:cNvPr id="13" name="Text 11"/>
          <p:cNvSpPr/>
          <p:nvPr/>
        </p:nvSpPr>
        <p:spPr>
          <a:xfrm>
            <a:off x="8242300" y="1670050"/>
            <a:ext cx="295630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1B3A"/>
                </a:solidFill>
                <a:latin typeface="Noto Sans JP" pitchFamily="34" charset="0"/>
                <a:ea typeface="Noto Sans JP" pitchFamily="34" charset="-122"/>
                <a:cs typeface="Noto Sans JP" pitchFamily="34" charset="-120"/>
              </a:rPr>
              <a:t>Pro+ 以上</a:t>
            </a:r>
            <a:endParaRPr lang="en-US" sz="1500" dirty="0"/>
          </a:p>
        </p:txBody>
      </p:sp>
      <p:sp>
        <p:nvSpPr>
          <p:cNvPr id="14" name="Text 12"/>
          <p:cNvSpPr/>
          <p:nvPr/>
        </p:nvSpPr>
        <p:spPr>
          <a:xfrm>
            <a:off x="8242300" y="2012950"/>
            <a:ext cx="2956306"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E1B3A"/>
                </a:solidFill>
                <a:latin typeface="Noto Sans JP" pitchFamily="34" charset="0"/>
                <a:ea typeface="Noto Sans JP" pitchFamily="34" charset="-122"/>
                <a:cs typeface="Noto Sans JP" pitchFamily="34" charset="-120"/>
              </a:rPr>
              <a:t>2,000〜</a:t>
            </a:r>
            <a:endParaRPr lang="en-US" sz="3600" dirty="0"/>
          </a:p>
        </p:txBody>
      </p:sp>
      <p:sp>
        <p:nvSpPr>
          <p:cNvPr id="15" name="Text 13"/>
          <p:cNvSpPr/>
          <p:nvPr/>
        </p:nvSpPr>
        <p:spPr>
          <a:xfrm>
            <a:off x="8242300" y="2729210"/>
            <a:ext cx="295630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月40ドル〜。</a:t>
            </a:r>
            <a:endParaRPr lang="en-US" sz="1300" dirty="0"/>
          </a:p>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STEP 10 を何度も試したい人向け</a:t>
            </a:r>
            <a:endParaRPr lang="en-US" sz="1300" dirty="0"/>
          </a:p>
        </p:txBody>
      </p:sp>
      <p:sp>
        <p:nvSpPr>
          <p:cNvPr id="16" name="Text 14"/>
          <p:cNvSpPr/>
          <p:nvPr/>
        </p:nvSpPr>
        <p:spPr>
          <a:xfrm>
            <a:off x="812800" y="3737471"/>
            <a:ext cx="22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B3A"/>
                </a:solidFill>
                <a:latin typeface="Noto Sans JP" pitchFamily="34" charset="0"/>
                <a:ea typeface="Noto Sans JP" pitchFamily="34" charset="-122"/>
                <a:cs typeface="Noto Sans JP" pitchFamily="34" charset="-120"/>
              </a:rPr>
              <a:t>・</a:t>
            </a:r>
            <a:endParaRPr lang="en-US" sz="1400" dirty="0"/>
          </a:p>
        </p:txBody>
      </p:sp>
      <p:sp>
        <p:nvSpPr>
          <p:cNvPr id="17" name="Text 15"/>
          <p:cNvSpPr/>
          <p:nvPr/>
        </p:nvSpPr>
        <p:spPr>
          <a:xfrm>
            <a:off x="1041400" y="3737471"/>
            <a:ext cx="1064793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B3A"/>
                </a:solidFill>
                <a:latin typeface="Noto Sans JP" pitchFamily="34" charset="0"/>
                <a:ea typeface="Noto Sans JP" pitchFamily="34" charset="-122"/>
                <a:cs typeface="Noto Sans JP" pitchFamily="34" charset="-120"/>
              </a:rPr>
              <a:t>STEP 10（AI-DLC）は上位モデル（Claude Opus）を使うため </a:t>
            </a:r>
            <a:r>
              <a:rPr lang="en-US" sz="1400" b="1" dirty="0">
                <a:solidFill>
                  <a:srgbClr val="1E1B3A"/>
                </a:solidFill>
                <a:latin typeface="Noto Sans JP" pitchFamily="34" charset="0"/>
                <a:ea typeface="Noto Sans JP" pitchFamily="34" charset="-122"/>
                <a:cs typeface="Noto Sans JP" pitchFamily="34" charset="-120"/>
              </a:rPr>
              <a:t>有料プランが必要</a:t>
            </a:r>
            <a:endParaRPr lang="en-US" sz="1400" dirty="0"/>
          </a:p>
        </p:txBody>
      </p:sp>
      <p:sp>
        <p:nvSpPr>
          <p:cNvPr id="18" name="Text 16"/>
          <p:cNvSpPr/>
          <p:nvPr/>
        </p:nvSpPr>
        <p:spPr>
          <a:xfrm>
            <a:off x="812800" y="4087912"/>
            <a:ext cx="22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B3A"/>
                </a:solidFill>
                <a:latin typeface="Noto Sans JP" pitchFamily="34" charset="0"/>
                <a:ea typeface="Noto Sans JP" pitchFamily="34" charset="-122"/>
                <a:cs typeface="Noto Sans JP" pitchFamily="34" charset="-120"/>
              </a:rPr>
              <a:t>・</a:t>
            </a:r>
            <a:endParaRPr lang="en-US" sz="1400" dirty="0"/>
          </a:p>
        </p:txBody>
      </p:sp>
      <p:sp>
        <p:nvSpPr>
          <p:cNvPr id="19" name="Text 17"/>
          <p:cNvSpPr/>
          <p:nvPr/>
        </p:nvSpPr>
        <p:spPr>
          <a:xfrm>
            <a:off x="1041400" y="4087912"/>
            <a:ext cx="1064793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B3A"/>
                </a:solidFill>
                <a:latin typeface="Noto Sans JP" pitchFamily="34" charset="0"/>
                <a:ea typeface="Noto Sans JP" pitchFamily="34" charset="-122"/>
                <a:cs typeface="Noto Sans JP" pitchFamily="34" charset="-120"/>
              </a:rPr>
              <a:t>モデルは手順書の指示がない限り </a:t>
            </a:r>
            <a:r>
              <a:rPr lang="en-US" sz="1400" b="1" dirty="0">
                <a:solidFill>
                  <a:srgbClr val="1E1B3A"/>
                </a:solidFill>
                <a:latin typeface="Noto Sans JP" pitchFamily="34" charset="0"/>
                <a:ea typeface="Noto Sans JP" pitchFamily="34" charset="-122"/>
                <a:cs typeface="Noto Sans JP" pitchFamily="34" charset="-120"/>
              </a:rPr>
              <a:t>Auto のまま</a:t>
            </a:r>
            <a:r>
              <a:rPr lang="en-US" sz="1400" dirty="0">
                <a:solidFill>
                  <a:srgbClr val="1E1B3A"/>
                </a:solidFill>
                <a:latin typeface="Noto Sans JP" pitchFamily="34" charset="0"/>
                <a:ea typeface="Noto Sans JP" pitchFamily="34" charset="-122"/>
                <a:cs typeface="Noto Sans JP" pitchFamily="34" charset="-120"/>
              </a:rPr>
              <a:t>。高性能なモデルほどクレジットが早く減ります</a:t>
            </a:r>
            <a:endParaRPr lang="en-US" sz="1400" dirty="0"/>
          </a:p>
        </p:txBody>
      </p:sp>
      <p:sp>
        <p:nvSpPr>
          <p:cNvPr id="20" name="Text 18"/>
          <p:cNvSpPr/>
          <p:nvPr/>
        </p:nvSpPr>
        <p:spPr>
          <a:xfrm>
            <a:off x="812800" y="459075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2026年10月時点の kiro.dev/pricing の内容です。申し込む前に最新を確認してください</a:t>
            </a:r>
            <a:endParaRPr lang="en-US" sz="1200" dirty="0"/>
          </a:p>
        </p:txBody>
      </p:sp>
      <p:sp>
        <p:nvSpPr>
          <p:cNvPr id="21" name="Text 19"/>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22" name="Text 20"/>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docs/00-environment.md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776585"/>
            <a:ext cx="802184" cy="307280"/>
          </a:xfrm>
          <a:custGeom>
            <a:avLst/>
            <a:gdLst/>
            <a:ahLst/>
            <a:cxnLst/>
            <a:rect l="l" t="t" r="r" b="b"/>
            <a:pathLst>
              <a:path w="802184" h="307280">
                <a:moveTo>
                  <a:pt x="153640" y="0"/>
                </a:moveTo>
                <a:lnTo>
                  <a:pt x="648543" y="0"/>
                </a:lnTo>
                <a:arcTo hR="153640" wR="153640" stAng="16200000" swAng="5400000"/>
                <a:lnTo>
                  <a:pt x="802184"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STEP 0</a:t>
            </a:r>
            <a:endParaRPr lang="en-US" sz="1300" dirty="0"/>
          </a:p>
        </p:txBody>
      </p:sp>
      <p:sp>
        <p:nvSpPr>
          <p:cNvPr id="3" name="Text 1"/>
          <p:cNvSpPr/>
          <p:nvPr/>
        </p:nvSpPr>
        <p:spPr>
          <a:xfrm>
            <a:off x="1716584" y="776585"/>
            <a:ext cx="914400" cy="307280"/>
          </a:xfrm>
          <a:custGeom>
            <a:avLst/>
            <a:gdLst/>
            <a:ahLst/>
            <a:cxnLst/>
            <a:rect l="l" t="t" r="r" b="b"/>
            <a:pathLst>
              <a:path w="914400" h="307280">
                <a:moveTo>
                  <a:pt x="153640" y="0"/>
                </a:moveTo>
                <a:lnTo>
                  <a:pt x="760760" y="0"/>
                </a:lnTo>
                <a:arcTo hR="153640" wR="153640" stAng="16200000" swAng="5400000"/>
                <a:lnTo>
                  <a:pt x="914400" y="153640"/>
                </a:lnTo>
                <a:arcTo hR="153640" wR="153640" stAng="0" swAng="5400000"/>
                <a:lnTo>
                  <a:pt x="153640" y="307280"/>
                </a:lnTo>
                <a:arcTo hR="153640" wR="153640" stAng="5400000" swAng="5400000"/>
                <a:lnTo>
                  <a:pt x="0" y="153640"/>
                </a:lnTo>
                <a:arcTo hR="153640" wR="153640" stAng="10800000" swAng="5400000"/>
                <a:close/>
              </a:path>
            </a:pathLst>
          </a:custGeom>
          <a:solidFill>
            <a:srgbClr val="1F6FB2"/>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ブラウザ</a:t>
            </a:r>
            <a:endParaRPr lang="en-US" sz="1300" dirty="0"/>
          </a:p>
        </p:txBody>
      </p:sp>
      <p:sp>
        <p:nvSpPr>
          <p:cNvPr id="4" name="Text 2"/>
          <p:cNvSpPr/>
          <p:nvPr>
            <p:ph type="title"/>
          </p:nvPr>
        </p:nvSpPr>
        <p:spPr>
          <a:xfrm>
            <a:off x="2732584" y="711200"/>
            <a:ext cx="5913477"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自分の GitHub にコピーする</a:t>
            </a:r>
            <a:endParaRPr lang="en-US" sz="3000" dirty="0"/>
          </a:p>
        </p:txBody>
      </p:sp>
      <p:sp>
        <p:nvSpPr>
          <p:cNvPr id="5" name="Shape 3"/>
          <p:cNvSpPr/>
          <p:nvPr/>
        </p:nvSpPr>
        <p:spPr>
          <a:xfrm>
            <a:off x="812800" y="1327150"/>
            <a:ext cx="5194300" cy="3301702"/>
          </a:xfrm>
          <a:prstGeom prst="roundRect">
            <a:avLst>
              <a:gd name="adj" fmla="val 3077"/>
            </a:avLst>
          </a:prstGeom>
          <a:solidFill>
            <a:srgbClr val="FFFFFF"/>
          </a:solidFill>
          <a:ln/>
          <a:effectLst>
            <a:outerShdw sx="100000" sy="100000" kx="0" ky="0" algn="bl" rotWithShape="0" blurRad="203200" dist="76200" dir="5400000">
              <a:srgbClr val="1E1B3A">
                <a:alpha val="18000"/>
              </a:srgbClr>
            </a:outerShdw>
          </a:effectLst>
        </p:spPr>
      </p:sp>
      <p:sp>
        <p:nvSpPr>
          <p:cNvPr id="6" name="Shape 4"/>
          <p:cNvSpPr/>
          <p:nvPr/>
        </p:nvSpPr>
        <p:spPr>
          <a:xfrm>
            <a:off x="812800" y="1327150"/>
            <a:ext cx="5194300" cy="398760"/>
          </a:xfrm>
          <a:custGeom>
            <a:avLst/>
            <a:gdLst/>
            <a:ahLst/>
            <a:cxnLst/>
            <a:rect l="l" t="t" r="r" b="b"/>
            <a:pathLst>
              <a:path w="5194300" h="398760">
                <a:moveTo>
                  <a:pt x="0" y="101600"/>
                </a:moveTo>
                <a:arcTo hR="101600" wR="101600" stAng="10800000" swAng="5400000"/>
                <a:lnTo>
                  <a:pt x="5092700" y="0"/>
                </a:lnTo>
                <a:arcTo hR="101600" wR="101600" stAng="16200000" swAng="5400000"/>
                <a:lnTo>
                  <a:pt x="5194300" y="398760"/>
                </a:lnTo>
                <a:lnTo>
                  <a:pt x="0" y="398760"/>
                </a:lnTo>
                <a:close/>
              </a:path>
            </a:pathLst>
          </a:custGeom>
          <a:solidFill>
            <a:srgbClr val="E9E7F0"/>
          </a:solidFill>
          <a:ln/>
        </p:spPr>
      </p:sp>
      <p:sp>
        <p:nvSpPr>
          <p:cNvPr id="7" name="Text 5"/>
          <p:cNvSpPr/>
          <p:nvPr/>
        </p:nvSpPr>
        <p:spPr>
          <a:xfrm>
            <a:off x="927100" y="1424880"/>
            <a:ext cx="685800" cy="203200"/>
          </a:xfrm>
          <a:custGeom>
            <a:avLst/>
            <a:gdLst/>
            <a:ahLst/>
            <a:cxnLst/>
            <a:rect l="l" t="t" r="r" b="b"/>
            <a:pathLst>
              <a:path w="685800" h="203200">
                <a:moveTo>
                  <a:pt x="101600" y="0"/>
                </a:moveTo>
                <a:lnTo>
                  <a:pt x="584200" y="0"/>
                </a:lnTo>
                <a:arcTo hR="101600" wR="101600" stAng="16200000" swAng="5400000"/>
                <a:lnTo>
                  <a:pt x="685800" y="101600"/>
                </a:lnTo>
                <a:arcTo hR="101600" wR="101600" stAng="0" swAng="5400000"/>
                <a:lnTo>
                  <a:pt x="101600" y="203200"/>
                </a:lnTo>
                <a:arcTo hR="101600" wR="101600" stAng="5400000" swAng="5400000"/>
                <a:lnTo>
                  <a:pt x="0" y="101600"/>
                </a:lnTo>
                <a:arcTo hR="101600" wR="101600" stAng="10800000" swAng="5400000"/>
                <a:close/>
              </a:path>
            </a:pathLst>
          </a:custGeom>
          <a:solidFill>
            <a:srgbClr val="1F6FB2"/>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Noto Sans JP" pitchFamily="34" charset="0"/>
                <a:ea typeface="Noto Sans JP" pitchFamily="34" charset="-122"/>
                <a:cs typeface="Noto Sans JP" pitchFamily="34" charset="-120"/>
              </a:rPr>
              <a:t>ブラウザ</a:t>
            </a:r>
            <a:endParaRPr lang="en-US" sz="1000" dirty="0"/>
          </a:p>
        </p:txBody>
      </p:sp>
      <p:sp>
        <p:nvSpPr>
          <p:cNvPr id="8" name="Shape 6"/>
          <p:cNvSpPr/>
          <p:nvPr/>
        </p:nvSpPr>
        <p:spPr>
          <a:xfrm>
            <a:off x="1676400" y="1403350"/>
            <a:ext cx="3378200" cy="246360"/>
          </a:xfrm>
          <a:prstGeom prst="roundRect">
            <a:avLst>
              <a:gd name="adj" fmla="val 50000"/>
            </a:avLst>
          </a:prstGeom>
          <a:solidFill>
            <a:srgbClr val="FFFFFF"/>
          </a:solidFill>
          <a:ln/>
        </p:spPr>
      </p:sp>
      <p:pic>
        <p:nvPicPr>
          <p:cNvPr id="9" name="Image 0" descr="Lock">    </p:cNvPr>
          <p:cNvPicPr>
            <a:picLocks noChangeAspect="1"/>
          </p:cNvPicPr>
          <p:nvPr/>
        </p:nvPicPr>
        <p:blipFill>
          <a:blip r:embed="rId1"/>
          <a:srcRect l="0" r="0" t="-538" b="-538"/>
          <a:stretch/>
        </p:blipFill>
        <p:spPr>
          <a:xfrm>
            <a:off x="1778000" y="1456630"/>
            <a:ext cx="138212" cy="139700"/>
          </a:xfrm>
          <a:prstGeom prst="rect">
            <a:avLst/>
          </a:prstGeom>
        </p:spPr>
      </p:pic>
      <p:sp>
        <p:nvSpPr>
          <p:cNvPr id="10" name="Text 7"/>
          <p:cNvSpPr/>
          <p:nvPr/>
        </p:nvSpPr>
        <p:spPr>
          <a:xfrm>
            <a:off x="1967012" y="1428750"/>
            <a:ext cx="3075568"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4A4760"/>
                </a:solidFill>
                <a:latin typeface="JetBrains Mono" pitchFamily="49" charset="0"/>
                <a:ea typeface="JetBrains Mono" pitchFamily="49" charset="-122"/>
                <a:cs typeface="JetBrains Mono" pitchFamily="49" charset="-120"/>
              </a:rPr>
              <a:t>github.com/multilayer/kiro-handson-…</a:t>
            </a:r>
            <a:endParaRPr lang="en-US" sz="1100" dirty="0"/>
          </a:p>
        </p:txBody>
      </p:sp>
      <p:sp>
        <p:nvSpPr>
          <p:cNvPr id="11" name="Text 8"/>
          <p:cNvSpPr/>
          <p:nvPr/>
        </p:nvSpPr>
        <p:spPr>
          <a:xfrm>
            <a:off x="5194300" y="1428750"/>
            <a:ext cx="749300"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4A4760"/>
                </a:solidFill>
                <a:latin typeface="Noto Sans JP" pitchFamily="34" charset="0"/>
                <a:ea typeface="Noto Sans JP" pitchFamily="34" charset="-122"/>
                <a:cs typeface="Noto Sans JP" pitchFamily="34" charset="-120"/>
              </a:rPr>
              <a:t>─　□　×</a:t>
            </a:r>
            <a:endParaRPr lang="en-US" sz="1100" dirty="0"/>
          </a:p>
        </p:txBody>
      </p:sp>
      <p:sp>
        <p:nvSpPr>
          <p:cNvPr id="12" name="Shape 9"/>
          <p:cNvSpPr/>
          <p:nvPr/>
        </p:nvSpPr>
        <p:spPr>
          <a:xfrm>
            <a:off x="812800" y="1725910"/>
            <a:ext cx="5194300" cy="340320"/>
          </a:xfrm>
          <a:prstGeom prst="rect">
            <a:avLst/>
          </a:prstGeom>
          <a:solidFill>
            <a:srgbClr val="24292F"/>
          </a:solidFill>
          <a:ln/>
        </p:spPr>
      </p:sp>
      <p:sp>
        <p:nvSpPr>
          <p:cNvPr id="13" name="Text 10"/>
          <p:cNvSpPr/>
          <p:nvPr/>
        </p:nvSpPr>
        <p:spPr>
          <a:xfrm>
            <a:off x="939800" y="1789410"/>
            <a:ext cx="60662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JP" pitchFamily="34" charset="0"/>
                <a:ea typeface="Noto Sans JP" pitchFamily="34" charset="-122"/>
                <a:cs typeface="Noto Sans JP" pitchFamily="34" charset="-120"/>
              </a:rPr>
              <a:t>GitHub</a:t>
            </a:r>
            <a:endParaRPr lang="en-US" sz="1200" dirty="0"/>
          </a:p>
        </p:txBody>
      </p:sp>
      <p:sp>
        <p:nvSpPr>
          <p:cNvPr id="14" name="Text 11"/>
          <p:cNvSpPr/>
          <p:nvPr/>
        </p:nvSpPr>
        <p:spPr>
          <a:xfrm>
            <a:off x="1546423" y="1789410"/>
            <a:ext cx="164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9"/>
                </a:solidFill>
                <a:latin typeface="Noto Sans JP" pitchFamily="34" charset="0"/>
                <a:ea typeface="Noto Sans JP" pitchFamily="34" charset="-122"/>
                <a:cs typeface="Noto Sans JP" pitchFamily="34" charset="-120"/>
              </a:rPr>
              <a:t>公開元のリポジトリ</a:t>
            </a:r>
            <a:endParaRPr lang="en-US" sz="1200" dirty="0"/>
          </a:p>
        </p:txBody>
      </p:sp>
      <p:sp>
        <p:nvSpPr>
          <p:cNvPr id="15" name="Text 12"/>
          <p:cNvSpPr/>
          <p:nvPr/>
        </p:nvSpPr>
        <p:spPr>
          <a:xfrm>
            <a:off x="990600" y="2244030"/>
            <a:ext cx="4983861" cy="274241"/>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0969DA"/>
                </a:solidFill>
                <a:latin typeface="Noto Sans JP" pitchFamily="34" charset="0"/>
                <a:ea typeface="Noto Sans JP" pitchFamily="34" charset="-122"/>
                <a:cs typeface="Noto Sans JP" pitchFamily="34" charset="-120"/>
              </a:rPr>
              <a:t>multilayer / kiro-handson-practice</a:t>
            </a:r>
            <a:endParaRPr lang="en-US" sz="1400" dirty="0"/>
          </a:p>
        </p:txBody>
      </p:sp>
      <p:sp>
        <p:nvSpPr>
          <p:cNvPr id="16" name="Text 13"/>
          <p:cNvSpPr/>
          <p:nvPr/>
        </p:nvSpPr>
        <p:spPr>
          <a:xfrm>
            <a:off x="3850680" y="262493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1</a:t>
            </a:r>
            <a:endParaRPr lang="en-US" sz="1200" dirty="0"/>
          </a:p>
        </p:txBody>
      </p:sp>
      <p:sp>
        <p:nvSpPr>
          <p:cNvPr id="17" name="Text 14"/>
          <p:cNvSpPr/>
          <p:nvPr/>
        </p:nvSpPr>
        <p:spPr>
          <a:xfrm>
            <a:off x="4155480" y="2607171"/>
            <a:ext cx="1673820" cy="289520"/>
          </a:xfrm>
          <a:prstGeom prst="roundRect">
            <a:avLst>
              <a:gd name="adj" fmla="val 17546"/>
            </a:avLst>
          </a:prstGeom>
          <a:solidFill>
            <a:srgbClr val="1F883D"/>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Noto Sans JP" pitchFamily="34" charset="0"/>
                <a:ea typeface="Noto Sans JP" pitchFamily="34" charset="-122"/>
                <a:cs typeface="Noto Sans JP" pitchFamily="34" charset="-120"/>
              </a:rPr>
              <a:t>Use this template ▾</a:t>
            </a:r>
            <a:endParaRPr lang="en-US" sz="1200" dirty="0"/>
          </a:p>
        </p:txBody>
      </p:sp>
      <p:sp>
        <p:nvSpPr>
          <p:cNvPr id="18" name="Shape 15"/>
          <p:cNvSpPr/>
          <p:nvPr/>
        </p:nvSpPr>
        <p:spPr>
          <a:xfrm>
            <a:off x="3635276" y="3014166"/>
            <a:ext cx="2190849" cy="387350"/>
          </a:xfrm>
          <a:prstGeom prst="roundRect">
            <a:avLst>
              <a:gd name="adj" fmla="val 15574"/>
            </a:avLst>
          </a:prstGeom>
          <a:solidFill>
            <a:srgbClr val="FFFFFF"/>
          </a:solidFill>
          <a:ln w="6350">
            <a:solidFill>
              <a:srgbClr val="D0D7DE"/>
            </a:solidFill>
            <a:prstDash val="solid"/>
          </a:ln>
          <a:effectLst>
            <a:outerShdw sx="100000" sy="100000" kx="0" ky="0" algn="bl" rotWithShape="0" blurRad="127000" dist="50800" dir="5400000">
              <a:srgbClr val="1E1B3A">
                <a:alpha val="15000"/>
              </a:srgbClr>
            </a:outerShdw>
          </a:effectLst>
        </p:spPr>
      </p:sp>
      <p:sp>
        <p:nvSpPr>
          <p:cNvPr id="19" name="Text 16"/>
          <p:cNvSpPr/>
          <p:nvPr/>
        </p:nvSpPr>
        <p:spPr>
          <a:xfrm>
            <a:off x="3740051" y="308084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2</a:t>
            </a:r>
            <a:endParaRPr lang="en-US" sz="1200" dirty="0"/>
          </a:p>
        </p:txBody>
      </p:sp>
      <p:sp>
        <p:nvSpPr>
          <p:cNvPr id="20" name="Text 17"/>
          <p:cNvSpPr/>
          <p:nvPr/>
        </p:nvSpPr>
        <p:spPr>
          <a:xfrm>
            <a:off x="4044851" y="3101181"/>
            <a:ext cx="1727299"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Create a new repository</a:t>
            </a:r>
            <a:endParaRPr lang="en-US" sz="1200" dirty="0"/>
          </a:p>
        </p:txBody>
      </p:sp>
      <p:sp>
        <p:nvSpPr>
          <p:cNvPr id="21" name="Shape 18"/>
          <p:cNvSpPr/>
          <p:nvPr/>
        </p:nvSpPr>
        <p:spPr>
          <a:xfrm>
            <a:off x="993775" y="3522166"/>
            <a:ext cx="4832350" cy="925711"/>
          </a:xfrm>
          <a:prstGeom prst="roundRect">
            <a:avLst>
              <a:gd name="adj" fmla="val 5145"/>
            </a:avLst>
          </a:prstGeom>
          <a:noFill/>
          <a:ln w="6350">
            <a:solidFill>
              <a:srgbClr val="D0D7DE"/>
            </a:solidFill>
            <a:prstDash val="solid"/>
          </a:ln>
        </p:spPr>
      </p:sp>
      <p:sp>
        <p:nvSpPr>
          <p:cNvPr id="22" name="Text 19"/>
          <p:cNvSpPr/>
          <p:nvPr/>
        </p:nvSpPr>
        <p:spPr>
          <a:xfrm>
            <a:off x="1111250" y="3614241"/>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 docs</a:t>
            </a:r>
            <a:endParaRPr lang="en-US" sz="1200" dirty="0"/>
          </a:p>
        </p:txBody>
      </p:sp>
      <p:sp>
        <p:nvSpPr>
          <p:cNvPr id="23" name="Text 20"/>
          <p:cNvSpPr/>
          <p:nvPr/>
        </p:nvSpPr>
        <p:spPr>
          <a:xfrm>
            <a:off x="1111250" y="3878362"/>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 materials</a:t>
            </a:r>
            <a:endParaRPr lang="en-US" sz="1200" dirty="0"/>
          </a:p>
        </p:txBody>
      </p:sp>
      <p:sp>
        <p:nvSpPr>
          <p:cNvPr id="24" name="Text 21"/>
          <p:cNvSpPr/>
          <p:nvPr/>
        </p:nvSpPr>
        <p:spPr>
          <a:xfrm>
            <a:off x="1111250" y="4142482"/>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 README.md</a:t>
            </a:r>
            <a:endParaRPr lang="en-US" sz="1200" dirty="0"/>
          </a:p>
        </p:txBody>
      </p:sp>
      <p:sp>
        <p:nvSpPr>
          <p:cNvPr id="25" name="Shape 22"/>
          <p:cNvSpPr/>
          <p:nvPr/>
        </p:nvSpPr>
        <p:spPr>
          <a:xfrm>
            <a:off x="6184900" y="1327150"/>
            <a:ext cx="5194300" cy="2438202"/>
          </a:xfrm>
          <a:prstGeom prst="roundRect">
            <a:avLst>
              <a:gd name="adj" fmla="val 4167"/>
            </a:avLst>
          </a:prstGeom>
          <a:solidFill>
            <a:srgbClr val="FFFFFF"/>
          </a:solidFill>
          <a:ln/>
          <a:effectLst>
            <a:outerShdw sx="100000" sy="100000" kx="0" ky="0" algn="bl" rotWithShape="0" blurRad="203200" dist="76200" dir="5400000">
              <a:srgbClr val="1E1B3A">
                <a:alpha val="18000"/>
              </a:srgbClr>
            </a:outerShdw>
          </a:effectLst>
        </p:spPr>
      </p:sp>
      <p:sp>
        <p:nvSpPr>
          <p:cNvPr id="26" name="Shape 23"/>
          <p:cNvSpPr/>
          <p:nvPr/>
        </p:nvSpPr>
        <p:spPr>
          <a:xfrm>
            <a:off x="6184900" y="1327150"/>
            <a:ext cx="5194300" cy="398760"/>
          </a:xfrm>
          <a:custGeom>
            <a:avLst/>
            <a:gdLst/>
            <a:ahLst/>
            <a:cxnLst/>
            <a:rect l="l" t="t" r="r" b="b"/>
            <a:pathLst>
              <a:path w="5194300" h="398760">
                <a:moveTo>
                  <a:pt x="0" y="101600"/>
                </a:moveTo>
                <a:arcTo hR="101600" wR="101600" stAng="10800000" swAng="5400000"/>
                <a:lnTo>
                  <a:pt x="5092700" y="0"/>
                </a:lnTo>
                <a:arcTo hR="101600" wR="101600" stAng="16200000" swAng="5400000"/>
                <a:lnTo>
                  <a:pt x="5194300" y="398760"/>
                </a:lnTo>
                <a:lnTo>
                  <a:pt x="0" y="398760"/>
                </a:lnTo>
                <a:close/>
              </a:path>
            </a:pathLst>
          </a:custGeom>
          <a:solidFill>
            <a:srgbClr val="E9E7F0"/>
          </a:solidFill>
          <a:ln/>
        </p:spPr>
      </p:sp>
      <p:sp>
        <p:nvSpPr>
          <p:cNvPr id="27" name="Text 24"/>
          <p:cNvSpPr/>
          <p:nvPr/>
        </p:nvSpPr>
        <p:spPr>
          <a:xfrm>
            <a:off x="6299200" y="1424880"/>
            <a:ext cx="685800" cy="203200"/>
          </a:xfrm>
          <a:custGeom>
            <a:avLst/>
            <a:gdLst/>
            <a:ahLst/>
            <a:cxnLst/>
            <a:rect l="l" t="t" r="r" b="b"/>
            <a:pathLst>
              <a:path w="685800" h="203200">
                <a:moveTo>
                  <a:pt x="101600" y="0"/>
                </a:moveTo>
                <a:lnTo>
                  <a:pt x="584200" y="0"/>
                </a:lnTo>
                <a:arcTo hR="101600" wR="101600" stAng="16200000" swAng="5400000"/>
                <a:lnTo>
                  <a:pt x="685800" y="101600"/>
                </a:lnTo>
                <a:arcTo hR="101600" wR="101600" stAng="0" swAng="5400000"/>
                <a:lnTo>
                  <a:pt x="101600" y="203200"/>
                </a:lnTo>
                <a:arcTo hR="101600" wR="101600" stAng="5400000" swAng="5400000"/>
                <a:lnTo>
                  <a:pt x="0" y="101600"/>
                </a:lnTo>
                <a:arcTo hR="101600" wR="101600" stAng="10800000" swAng="5400000"/>
                <a:close/>
              </a:path>
            </a:pathLst>
          </a:custGeom>
          <a:solidFill>
            <a:srgbClr val="1F6FB2"/>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Noto Sans JP" pitchFamily="34" charset="0"/>
                <a:ea typeface="Noto Sans JP" pitchFamily="34" charset="-122"/>
                <a:cs typeface="Noto Sans JP" pitchFamily="34" charset="-120"/>
              </a:rPr>
              <a:t>ブラウザ</a:t>
            </a:r>
            <a:endParaRPr lang="en-US" sz="1000" dirty="0"/>
          </a:p>
        </p:txBody>
      </p:sp>
      <p:sp>
        <p:nvSpPr>
          <p:cNvPr id="28" name="Shape 25"/>
          <p:cNvSpPr/>
          <p:nvPr/>
        </p:nvSpPr>
        <p:spPr>
          <a:xfrm>
            <a:off x="7048500" y="1403350"/>
            <a:ext cx="3378200" cy="246360"/>
          </a:xfrm>
          <a:prstGeom prst="roundRect">
            <a:avLst>
              <a:gd name="adj" fmla="val 50000"/>
            </a:avLst>
          </a:prstGeom>
          <a:solidFill>
            <a:srgbClr val="FFFFFF"/>
          </a:solidFill>
          <a:ln/>
        </p:spPr>
      </p:sp>
      <p:pic>
        <p:nvPicPr>
          <p:cNvPr id="29" name="Image 1" descr="Lock">    </p:cNvPr>
          <p:cNvPicPr>
            <a:picLocks noChangeAspect="1"/>
          </p:cNvPicPr>
          <p:nvPr/>
        </p:nvPicPr>
        <p:blipFill>
          <a:blip r:embed="rId2"/>
          <a:srcRect l="0" r="0" t="0" b="0"/>
          <a:stretch/>
        </p:blipFill>
        <p:spPr>
          <a:xfrm>
            <a:off x="7150100" y="1456630"/>
            <a:ext cx="139700" cy="139700"/>
          </a:xfrm>
          <a:prstGeom prst="rect">
            <a:avLst/>
          </a:prstGeom>
        </p:spPr>
      </p:pic>
      <p:sp>
        <p:nvSpPr>
          <p:cNvPr id="30" name="Text 26"/>
          <p:cNvSpPr/>
          <p:nvPr/>
        </p:nvSpPr>
        <p:spPr>
          <a:xfrm>
            <a:off x="7340600" y="1428750"/>
            <a:ext cx="2590038"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4A4760"/>
                </a:solidFill>
                <a:latin typeface="JetBrains Mono" pitchFamily="49" charset="0"/>
                <a:ea typeface="JetBrains Mono" pitchFamily="49" charset="-122"/>
                <a:cs typeface="JetBrains Mono" pitchFamily="49" charset="-120"/>
              </a:rPr>
              <a:t>github.com/new?template_name=…</a:t>
            </a:r>
            <a:endParaRPr lang="en-US" sz="1100" dirty="0"/>
          </a:p>
        </p:txBody>
      </p:sp>
      <p:sp>
        <p:nvSpPr>
          <p:cNvPr id="31" name="Text 27"/>
          <p:cNvSpPr/>
          <p:nvPr/>
        </p:nvSpPr>
        <p:spPr>
          <a:xfrm>
            <a:off x="10566400" y="1428750"/>
            <a:ext cx="749300"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4A4760"/>
                </a:solidFill>
                <a:latin typeface="Noto Sans JP" pitchFamily="34" charset="0"/>
                <a:ea typeface="Noto Sans JP" pitchFamily="34" charset="-122"/>
                <a:cs typeface="Noto Sans JP" pitchFamily="34" charset="-120"/>
              </a:rPr>
              <a:t>─　□　×</a:t>
            </a:r>
            <a:endParaRPr lang="en-US" sz="1100" dirty="0"/>
          </a:p>
        </p:txBody>
      </p:sp>
      <p:sp>
        <p:nvSpPr>
          <p:cNvPr id="32" name="Shape 28"/>
          <p:cNvSpPr/>
          <p:nvPr/>
        </p:nvSpPr>
        <p:spPr>
          <a:xfrm>
            <a:off x="6184900" y="1725910"/>
            <a:ext cx="5194300" cy="340320"/>
          </a:xfrm>
          <a:prstGeom prst="rect">
            <a:avLst/>
          </a:prstGeom>
          <a:solidFill>
            <a:srgbClr val="24292F"/>
          </a:solidFill>
          <a:ln/>
        </p:spPr>
      </p:sp>
      <p:sp>
        <p:nvSpPr>
          <p:cNvPr id="33" name="Text 29"/>
          <p:cNvSpPr/>
          <p:nvPr/>
        </p:nvSpPr>
        <p:spPr>
          <a:xfrm>
            <a:off x="6311900" y="1789410"/>
            <a:ext cx="60662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JP" pitchFamily="34" charset="0"/>
                <a:ea typeface="Noto Sans JP" pitchFamily="34" charset="-122"/>
                <a:cs typeface="Noto Sans JP" pitchFamily="34" charset="-120"/>
              </a:rPr>
              <a:t>GitHub</a:t>
            </a:r>
            <a:endParaRPr lang="en-US" sz="1200" dirty="0"/>
          </a:p>
        </p:txBody>
      </p:sp>
      <p:sp>
        <p:nvSpPr>
          <p:cNvPr id="34" name="Text 30"/>
          <p:cNvSpPr/>
          <p:nvPr/>
        </p:nvSpPr>
        <p:spPr>
          <a:xfrm>
            <a:off x="6918523" y="1789410"/>
            <a:ext cx="20117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9"/>
                </a:solidFill>
                <a:latin typeface="Noto Sans JP" pitchFamily="34" charset="0"/>
                <a:ea typeface="Noto Sans JP" pitchFamily="34" charset="-122"/>
                <a:cs typeface="Noto Sans JP" pitchFamily="34" charset="-120"/>
              </a:rPr>
              <a:t>Create a new repository</a:t>
            </a:r>
            <a:endParaRPr lang="en-US" sz="1200" dirty="0"/>
          </a:p>
        </p:txBody>
      </p:sp>
      <p:sp>
        <p:nvSpPr>
          <p:cNvPr id="35" name="Text 31"/>
          <p:cNvSpPr/>
          <p:nvPr/>
        </p:nvSpPr>
        <p:spPr>
          <a:xfrm>
            <a:off x="6362700" y="225544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3</a:t>
            </a:r>
            <a:endParaRPr lang="en-US" sz="1200" dirty="0"/>
          </a:p>
        </p:txBody>
      </p:sp>
      <p:sp>
        <p:nvSpPr>
          <p:cNvPr id="36" name="Text 32"/>
          <p:cNvSpPr/>
          <p:nvPr/>
        </p:nvSpPr>
        <p:spPr>
          <a:xfrm>
            <a:off x="6692900" y="2275780"/>
            <a:ext cx="749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Owner</a:t>
            </a:r>
            <a:endParaRPr lang="en-US" sz="1200" dirty="0"/>
          </a:p>
        </p:txBody>
      </p:sp>
      <p:sp>
        <p:nvSpPr>
          <p:cNvPr id="37" name="Text 33"/>
          <p:cNvSpPr/>
          <p:nvPr/>
        </p:nvSpPr>
        <p:spPr>
          <a:xfrm>
            <a:off x="7470775" y="2247205"/>
            <a:ext cx="955278" cy="270470"/>
          </a:xfrm>
          <a:prstGeom prst="roundRect">
            <a:avLst>
              <a:gd name="adj" fmla="val 12913"/>
            </a:avLst>
          </a:prstGeom>
          <a:noFill/>
          <a:ln w="6350">
            <a:solidFill>
              <a:srgbClr val="D0D7DE"/>
            </a:solidFill>
            <a:prstDash val="solid"/>
          </a:ln>
        </p:spPr>
        <p:txBody>
          <a:bodyPr wrap="none" lIns="0" tIns="0" rIns="0" bIns="0" rtlCol="0" anchor="ctr">
            <a:normAutofit/>
          </a:bodyPr>
          <a:lstStyle/>
          <a:p>
            <a:pPr algn="ctr"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＜自分＞ ▾</a:t>
            </a:r>
            <a:endParaRPr lang="en-US" sz="1200" dirty="0"/>
          </a:p>
        </p:txBody>
      </p:sp>
      <p:sp>
        <p:nvSpPr>
          <p:cNvPr id="38" name="Text 34"/>
          <p:cNvSpPr/>
          <p:nvPr/>
        </p:nvSpPr>
        <p:spPr>
          <a:xfrm>
            <a:off x="6692900" y="2645271"/>
            <a:ext cx="749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名前</a:t>
            </a:r>
            <a:endParaRPr lang="en-US" sz="1200" dirty="0"/>
          </a:p>
        </p:txBody>
      </p:sp>
      <p:sp>
        <p:nvSpPr>
          <p:cNvPr id="39" name="Text 35"/>
          <p:cNvSpPr/>
          <p:nvPr/>
        </p:nvSpPr>
        <p:spPr>
          <a:xfrm>
            <a:off x="7470775" y="2625626"/>
            <a:ext cx="1944390" cy="252710"/>
          </a:xfrm>
          <a:prstGeom prst="roundRect">
            <a:avLst>
              <a:gd name="adj" fmla="val 13820"/>
            </a:avLst>
          </a:prstGeom>
          <a:noFill/>
          <a:ln w="6350">
            <a:solidFill>
              <a:srgbClr val="D0D7DE"/>
            </a:solidFill>
            <a:prstDash val="solid"/>
          </a:ln>
        </p:spPr>
        <p:txBody>
          <a:bodyPr wrap="none" lIns="0" tIns="0" rIns="0" bIns="0" rtlCol="0" anchor="ctr">
            <a:normAutofit/>
          </a:bodyPr>
          <a:lstStyle/>
          <a:p>
            <a:pPr algn="ctr" indent="0" marL="0">
              <a:lnSpc>
                <a:spcPts val="1540"/>
              </a:lnSpc>
              <a:buNone/>
            </a:pPr>
            <a:r>
              <a:rPr lang="en-US" sz="1100" dirty="0">
                <a:solidFill>
                  <a:srgbClr val="1E1B3A"/>
                </a:solidFill>
                <a:latin typeface="JetBrains Mono" pitchFamily="49" charset="0"/>
                <a:ea typeface="JetBrains Mono" pitchFamily="49" charset="-122"/>
                <a:cs typeface="JetBrains Mono" pitchFamily="49" charset="-120"/>
              </a:rPr>
              <a:t>kiro-handson-practice</a:t>
            </a:r>
            <a:endParaRPr lang="en-US" sz="1100" dirty="0"/>
          </a:p>
        </p:txBody>
      </p:sp>
      <p:sp>
        <p:nvSpPr>
          <p:cNvPr id="40" name="Text 36"/>
          <p:cNvSpPr/>
          <p:nvPr/>
        </p:nvSpPr>
        <p:spPr>
          <a:xfrm>
            <a:off x="6692900" y="2983111"/>
            <a:ext cx="749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公開範囲</a:t>
            </a:r>
            <a:endParaRPr lang="en-US" sz="1200" dirty="0"/>
          </a:p>
        </p:txBody>
      </p:sp>
      <p:sp>
        <p:nvSpPr>
          <p:cNvPr id="41" name="Text 37"/>
          <p:cNvSpPr/>
          <p:nvPr/>
        </p:nvSpPr>
        <p:spPr>
          <a:xfrm>
            <a:off x="7467600" y="2983111"/>
            <a:ext cx="18062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 Public　</a:t>
            </a:r>
            <a:r>
              <a:rPr lang="en-US" sz="1200" b="1" dirty="0">
                <a:solidFill>
                  <a:srgbClr val="1E1B3A"/>
                </a:solidFill>
                <a:latin typeface="Noto Sans JP" pitchFamily="34" charset="0"/>
                <a:ea typeface="Noto Sans JP" pitchFamily="34" charset="-122"/>
                <a:cs typeface="Noto Sans JP" pitchFamily="34" charset="-120"/>
              </a:rPr>
              <a:t>◉ Private</a:t>
            </a:r>
            <a:endParaRPr lang="en-US" sz="1200" dirty="0"/>
          </a:p>
        </p:txBody>
      </p:sp>
      <p:sp>
        <p:nvSpPr>
          <p:cNvPr id="42" name="Text 38"/>
          <p:cNvSpPr/>
          <p:nvPr/>
        </p:nvSpPr>
        <p:spPr>
          <a:xfrm>
            <a:off x="6362700" y="331579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4</a:t>
            </a:r>
            <a:endParaRPr lang="en-US" sz="1200" dirty="0"/>
          </a:p>
        </p:txBody>
      </p:sp>
      <p:sp>
        <p:nvSpPr>
          <p:cNvPr id="43" name="Text 39"/>
          <p:cNvSpPr/>
          <p:nvPr/>
        </p:nvSpPr>
        <p:spPr>
          <a:xfrm>
            <a:off x="6692900" y="3298031"/>
            <a:ext cx="1499791" cy="289520"/>
          </a:xfrm>
          <a:prstGeom prst="roundRect">
            <a:avLst>
              <a:gd name="adj" fmla="val 17546"/>
            </a:avLst>
          </a:prstGeom>
          <a:solidFill>
            <a:srgbClr val="1F883D"/>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Noto Sans JP" pitchFamily="34" charset="0"/>
                <a:ea typeface="Noto Sans JP" pitchFamily="34" charset="-122"/>
                <a:cs typeface="Noto Sans JP" pitchFamily="34" charset="-120"/>
              </a:rPr>
              <a:t>Create repository</a:t>
            </a:r>
            <a:endParaRPr lang="en-US" sz="1200" dirty="0"/>
          </a:p>
        </p:txBody>
      </p:sp>
      <p:sp>
        <p:nvSpPr>
          <p:cNvPr id="44" name="Shape 40"/>
          <p:cNvSpPr/>
          <p:nvPr/>
        </p:nvSpPr>
        <p:spPr>
          <a:xfrm>
            <a:off x="812800" y="4806652"/>
            <a:ext cx="10566400" cy="716161"/>
          </a:xfrm>
          <a:prstGeom prst="roundRect">
            <a:avLst>
              <a:gd name="adj" fmla="val 14187"/>
            </a:avLst>
          </a:prstGeom>
          <a:solidFill>
            <a:srgbClr val="1E1B3A"/>
          </a:solidFill>
          <a:ln/>
        </p:spPr>
      </p:sp>
      <p:pic>
        <p:nvPicPr>
          <p:cNvPr id="45" name="Image 2" descr="CheckCircle">    </p:cNvPr>
          <p:cNvPicPr>
            <a:picLocks noChangeAspect="1"/>
          </p:cNvPicPr>
          <p:nvPr/>
        </p:nvPicPr>
        <p:blipFill>
          <a:blip r:embed="rId3"/>
          <a:srcRect l="0" r="0" t="0" b="0"/>
          <a:stretch/>
        </p:blipFill>
        <p:spPr>
          <a:xfrm>
            <a:off x="1016000" y="5037733"/>
            <a:ext cx="254000" cy="254000"/>
          </a:xfrm>
          <a:prstGeom prst="rect">
            <a:avLst/>
          </a:prstGeom>
        </p:spPr>
      </p:pic>
      <p:sp>
        <p:nvSpPr>
          <p:cNvPr id="46" name="Text 41"/>
          <p:cNvSpPr/>
          <p:nvPr/>
        </p:nvSpPr>
        <p:spPr>
          <a:xfrm>
            <a:off x="1397000" y="4933652"/>
            <a:ext cx="1007237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7F6FB"/>
                </a:solidFill>
                <a:latin typeface="Noto Sans JP" pitchFamily="34" charset="0"/>
                <a:ea typeface="Noto Sans JP" pitchFamily="34" charset="-122"/>
                <a:cs typeface="Noto Sans JP" pitchFamily="34" charset="-120"/>
              </a:rPr>
              <a:t>自分のリポジトリ </a:t>
            </a:r>
            <a:r>
              <a:rPr lang="en-US" sz="1300" dirty="0">
                <a:solidFill>
                  <a:srgbClr val="B9A8FF"/>
                </a:solidFill>
                <a:latin typeface="Noto Sans JP" pitchFamily="34" charset="0"/>
                <a:ea typeface="Noto Sans JP" pitchFamily="34" charset="-122"/>
                <a:cs typeface="Noto Sans JP" pitchFamily="34" charset="-120"/>
              </a:rPr>
              <a:t>github.com/＜自分＞/kiro-handson-practice</a:t>
            </a:r>
            <a:r>
              <a:rPr lang="en-US" sz="1300" dirty="0">
                <a:solidFill>
                  <a:srgbClr val="F7F6FB"/>
                </a:solidFill>
                <a:latin typeface="Noto Sans JP" pitchFamily="34" charset="0"/>
                <a:ea typeface="Noto Sans JP" pitchFamily="34" charset="-122"/>
                <a:cs typeface="Noto Sans JP" pitchFamily="34" charset="-120"/>
              </a:rPr>
              <a:t> ができます。</a:t>
            </a:r>
            <a:endParaRPr lang="en-US" sz="1300" dirty="0"/>
          </a:p>
          <a:p>
            <a:pPr algn="l" indent="0" marL="0">
              <a:lnSpc>
                <a:spcPts val="1820"/>
              </a:lnSpc>
              <a:buNone/>
            </a:pPr>
            <a:r>
              <a:rPr lang="en-US" sz="1300" dirty="0">
                <a:solidFill>
                  <a:srgbClr val="F7F6FB"/>
                </a:solidFill>
                <a:latin typeface="Noto Sans JP" pitchFamily="34" charset="0"/>
                <a:ea typeface="Noto Sans JP" pitchFamily="34" charset="-122"/>
                <a:cs typeface="Noto Sans JP" pitchFamily="34" charset="-120"/>
              </a:rPr>
              <a:t>以降の手順は、すべてこのリポジトリで進めます</a:t>
            </a:r>
            <a:endParaRPr lang="en-US" sz="1300" dirty="0"/>
          </a:p>
        </p:txBody>
      </p:sp>
      <p:sp>
        <p:nvSpPr>
          <p:cNvPr id="47" name="Text 42"/>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48" name="Text 43"/>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docs/00-environment.md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776585"/>
            <a:ext cx="802184" cy="307280"/>
          </a:xfrm>
          <a:custGeom>
            <a:avLst/>
            <a:gdLst/>
            <a:ahLst/>
            <a:cxnLst/>
            <a:rect l="l" t="t" r="r" b="b"/>
            <a:pathLst>
              <a:path w="802184" h="307280">
                <a:moveTo>
                  <a:pt x="153640" y="0"/>
                </a:moveTo>
                <a:lnTo>
                  <a:pt x="648543" y="0"/>
                </a:lnTo>
                <a:arcTo hR="153640" wR="153640" stAng="16200000" swAng="5400000"/>
                <a:lnTo>
                  <a:pt x="802184"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STEP 1</a:t>
            </a:r>
            <a:endParaRPr lang="en-US" sz="1300" dirty="0"/>
          </a:p>
        </p:txBody>
      </p:sp>
      <p:sp>
        <p:nvSpPr>
          <p:cNvPr id="3" name="Text 1"/>
          <p:cNvSpPr/>
          <p:nvPr/>
        </p:nvSpPr>
        <p:spPr>
          <a:xfrm>
            <a:off x="1716584" y="776585"/>
            <a:ext cx="590153" cy="307280"/>
          </a:xfrm>
          <a:custGeom>
            <a:avLst/>
            <a:gdLst/>
            <a:ahLst/>
            <a:cxnLst/>
            <a:rect l="l" t="t" r="r" b="b"/>
            <a:pathLst>
              <a:path w="590153" h="307280">
                <a:moveTo>
                  <a:pt x="153640" y="0"/>
                </a:moveTo>
                <a:lnTo>
                  <a:pt x="436513" y="0"/>
                </a:lnTo>
                <a:arcTo hR="153640" wR="153640" stAng="16200000" swAng="5400000"/>
                <a:lnTo>
                  <a:pt x="590153"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Kiro</a:t>
            </a:r>
            <a:endParaRPr lang="en-US" sz="1300" dirty="0"/>
          </a:p>
        </p:txBody>
      </p:sp>
      <p:sp>
        <p:nvSpPr>
          <p:cNvPr id="4" name="Text 2"/>
          <p:cNvSpPr/>
          <p:nvPr>
            <p:ph type="title"/>
          </p:nvPr>
        </p:nvSpPr>
        <p:spPr>
          <a:xfrm>
            <a:off x="2408337" y="711200"/>
            <a:ext cx="4692134"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Kiro にサインインする</a:t>
            </a:r>
            <a:endParaRPr lang="en-US" sz="3000" dirty="0"/>
          </a:p>
        </p:txBody>
      </p:sp>
      <p:sp>
        <p:nvSpPr>
          <p:cNvPr id="5" name="Shape 3"/>
          <p:cNvSpPr/>
          <p:nvPr/>
        </p:nvSpPr>
        <p:spPr>
          <a:xfrm>
            <a:off x="812800" y="1352550"/>
            <a:ext cx="6350000" cy="3286522"/>
          </a:xfrm>
          <a:prstGeom prst="roundRect">
            <a:avLst>
              <a:gd name="adj" fmla="val 3091"/>
            </a:avLst>
          </a:prstGeom>
          <a:solidFill>
            <a:srgbClr val="1B1A27"/>
          </a:solidFill>
          <a:ln/>
          <a:effectLst>
            <a:outerShdw sx="100000" sy="100000" kx="0" ky="0" algn="bl" rotWithShape="0" blurRad="203200" dist="76200" dir="5400000">
              <a:srgbClr val="1E1B3A">
                <a:alpha val="25000"/>
              </a:srgbClr>
            </a:outerShdw>
          </a:effectLst>
        </p:spPr>
      </p:sp>
      <p:sp>
        <p:nvSpPr>
          <p:cNvPr id="6" name="Shape 4"/>
          <p:cNvSpPr/>
          <p:nvPr/>
        </p:nvSpPr>
        <p:spPr>
          <a:xfrm>
            <a:off x="812800" y="1352550"/>
            <a:ext cx="6350000" cy="355600"/>
          </a:xfrm>
          <a:custGeom>
            <a:avLst/>
            <a:gdLst/>
            <a:ahLst/>
            <a:cxnLst/>
            <a:rect l="l" t="t" r="r" b="b"/>
            <a:pathLst>
              <a:path w="6350000" h="355600">
                <a:moveTo>
                  <a:pt x="0" y="101600"/>
                </a:moveTo>
                <a:arcTo hR="101600" wR="101600" stAng="10800000" swAng="5400000"/>
                <a:lnTo>
                  <a:pt x="6248400" y="0"/>
                </a:lnTo>
                <a:arcTo hR="101600" wR="101600" stAng="16200000" swAng="5400000"/>
                <a:lnTo>
                  <a:pt x="6350000" y="355600"/>
                </a:lnTo>
                <a:lnTo>
                  <a:pt x="0" y="355600"/>
                </a:lnTo>
                <a:close/>
              </a:path>
            </a:pathLst>
          </a:custGeom>
          <a:solidFill>
            <a:srgbClr val="12111B"/>
          </a:solidFill>
          <a:ln/>
        </p:spPr>
      </p:sp>
      <p:sp>
        <p:nvSpPr>
          <p:cNvPr id="7" name="Text 5"/>
          <p:cNvSpPr/>
          <p:nvPr/>
        </p:nvSpPr>
        <p:spPr>
          <a:xfrm>
            <a:off x="927100" y="1428750"/>
            <a:ext cx="436364" cy="203200"/>
          </a:xfrm>
          <a:custGeom>
            <a:avLst/>
            <a:gdLst/>
            <a:ahLst/>
            <a:cxnLst/>
            <a:rect l="l" t="t" r="r" b="b"/>
            <a:pathLst>
              <a:path w="436364" h="203200">
                <a:moveTo>
                  <a:pt x="101600" y="0"/>
                </a:moveTo>
                <a:lnTo>
                  <a:pt x="334764" y="0"/>
                </a:lnTo>
                <a:arcTo hR="101600" wR="101600" stAng="16200000" swAng="5400000"/>
                <a:lnTo>
                  <a:pt x="436364" y="101600"/>
                </a:lnTo>
                <a:arcTo hR="101600" wR="101600" stAng="0" swAng="5400000"/>
                <a:lnTo>
                  <a:pt x="101600" y="203200"/>
                </a:lnTo>
                <a:arcTo hR="101600" wR="101600" stAng="5400000" swAng="5400000"/>
                <a:lnTo>
                  <a:pt x="0" y="101600"/>
                </a:lnTo>
                <a:arcTo hR="101600" wR="101600" stAng="10800000" swAng="5400000"/>
                <a:close/>
              </a:path>
            </a:pathLst>
          </a:custGeom>
          <a:solidFill>
            <a:srgbClr val="6A4BE0"/>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Noto Sans JP" pitchFamily="34" charset="0"/>
                <a:ea typeface="Noto Sans JP" pitchFamily="34" charset="-122"/>
                <a:cs typeface="Noto Sans JP" pitchFamily="34" charset="-120"/>
              </a:rPr>
              <a:t>Kiro</a:t>
            </a:r>
            <a:endParaRPr lang="en-US" sz="1000" dirty="0"/>
          </a:p>
        </p:txBody>
      </p:sp>
      <p:sp>
        <p:nvSpPr>
          <p:cNvPr id="8" name="Text 6"/>
          <p:cNvSpPr/>
          <p:nvPr/>
        </p:nvSpPr>
        <p:spPr>
          <a:xfrm>
            <a:off x="1355214" y="1432520"/>
            <a:ext cx="4926836"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Kiro</a:t>
            </a:r>
            <a:endParaRPr lang="en-US" sz="1100" dirty="0"/>
          </a:p>
        </p:txBody>
      </p:sp>
      <p:sp>
        <p:nvSpPr>
          <p:cNvPr id="9" name="Text 7"/>
          <p:cNvSpPr/>
          <p:nvPr/>
        </p:nvSpPr>
        <p:spPr>
          <a:xfrm>
            <a:off x="6350000" y="1432520"/>
            <a:ext cx="749300"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　□　×</a:t>
            </a:r>
            <a:endParaRPr lang="en-US" sz="1100" dirty="0"/>
          </a:p>
        </p:txBody>
      </p:sp>
      <p:sp>
        <p:nvSpPr>
          <p:cNvPr id="10" name="Text 8"/>
          <p:cNvSpPr/>
          <p:nvPr/>
        </p:nvSpPr>
        <p:spPr>
          <a:xfrm>
            <a:off x="2240449" y="1962150"/>
            <a:ext cx="3494603"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7F6FB"/>
                </a:solidFill>
                <a:latin typeface="Noto Sans JP" pitchFamily="34" charset="0"/>
                <a:ea typeface="Noto Sans JP" pitchFamily="34" charset="-122"/>
                <a:cs typeface="Noto Sans JP" pitchFamily="34" charset="-120"/>
              </a:rPr>
              <a:t>Choose a way to sign in/sign up</a:t>
            </a:r>
            <a:endParaRPr lang="en-US" sz="1500" dirty="0"/>
          </a:p>
        </p:txBody>
      </p:sp>
      <p:sp>
        <p:nvSpPr>
          <p:cNvPr id="11" name="Text 9"/>
          <p:cNvSpPr/>
          <p:nvPr/>
        </p:nvSpPr>
        <p:spPr>
          <a:xfrm>
            <a:off x="2019300" y="242689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1</a:t>
            </a:r>
            <a:endParaRPr lang="en-US" sz="1200" dirty="0"/>
          </a:p>
        </p:txBody>
      </p:sp>
      <p:sp>
        <p:nvSpPr>
          <p:cNvPr id="12" name="Text 10"/>
          <p:cNvSpPr/>
          <p:nvPr/>
        </p:nvSpPr>
        <p:spPr>
          <a:xfrm>
            <a:off x="2359025" y="2352675"/>
            <a:ext cx="3587750" cy="402530"/>
          </a:xfrm>
          <a:prstGeom prst="roundRect">
            <a:avLst>
              <a:gd name="adj" fmla="val 13409"/>
            </a:avLst>
          </a:prstGeom>
          <a:solidFill>
            <a:srgbClr val="2F2C4D"/>
          </a:solidFill>
          <a:ln w="19050">
            <a:solidFill>
              <a:srgbClr val="FFB27A"/>
            </a:solidFill>
            <a:prstDash val="solid"/>
          </a:ln>
        </p:spPr>
        <p:txBody>
          <a:bodyPr wrap="square" lIns="120716" tIns="69916" rIns="21275" bIns="44516" rtlCol="0" anchor="t">
            <a:normAutofit/>
          </a:bodyPr>
          <a:lstStyle/>
          <a:p>
            <a:pPr algn="l"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GitHub</a:t>
            </a:r>
            <a:endParaRPr lang="en-US" sz="1300" dirty="0"/>
          </a:p>
        </p:txBody>
      </p:sp>
      <p:sp>
        <p:nvSpPr>
          <p:cNvPr id="13" name="Text 11"/>
          <p:cNvSpPr/>
          <p:nvPr/>
        </p:nvSpPr>
        <p:spPr>
          <a:xfrm>
            <a:off x="2355850" y="2885380"/>
            <a:ext cx="3594100" cy="396180"/>
          </a:xfrm>
          <a:prstGeom prst="roundRect">
            <a:avLst>
              <a:gd name="adj" fmla="val 14425"/>
            </a:avLst>
          </a:prstGeom>
          <a:solidFill>
            <a:srgbClr val="2F2C4D"/>
          </a:solidFill>
          <a:ln w="12700">
            <a:solidFill>
              <a:srgbClr val="4A4766"/>
            </a:solidFill>
            <a:prstDash val="solid"/>
          </a:ln>
        </p:spPr>
        <p:txBody>
          <a:bodyPr wrap="square" lIns="116611" tIns="65811" rIns="16789" bIns="40411" rtlCol="0" anchor="t">
            <a:normAutofit/>
          </a:bodyPr>
          <a:lstStyle/>
          <a:p>
            <a:pPr algn="l" indent="0" marL="0">
              <a:lnSpc>
                <a:spcPts val="1820"/>
              </a:lnSpc>
              <a:buNone/>
            </a:pPr>
            <a:r>
              <a:rPr lang="en-US" sz="1300" dirty="0">
                <a:solidFill>
                  <a:srgbClr val="D9D4F0"/>
                </a:solidFill>
                <a:latin typeface="Noto Sans JP" pitchFamily="34" charset="0"/>
                <a:ea typeface="Noto Sans JP" pitchFamily="34" charset="-122"/>
                <a:cs typeface="Noto Sans JP" pitchFamily="34" charset="-120"/>
              </a:rPr>
              <a:t>Google</a:t>
            </a:r>
            <a:endParaRPr lang="en-US" sz="1300" dirty="0"/>
          </a:p>
        </p:txBody>
      </p:sp>
      <p:sp>
        <p:nvSpPr>
          <p:cNvPr id="14" name="Text 12"/>
          <p:cNvSpPr/>
          <p:nvPr/>
        </p:nvSpPr>
        <p:spPr>
          <a:xfrm>
            <a:off x="2355850" y="3408561"/>
            <a:ext cx="3594100" cy="396180"/>
          </a:xfrm>
          <a:prstGeom prst="roundRect">
            <a:avLst>
              <a:gd name="adj" fmla="val 14425"/>
            </a:avLst>
          </a:prstGeom>
          <a:solidFill>
            <a:srgbClr val="2F2C4D"/>
          </a:solidFill>
          <a:ln w="12700">
            <a:solidFill>
              <a:srgbClr val="4A4766"/>
            </a:solidFill>
            <a:prstDash val="solid"/>
          </a:ln>
        </p:spPr>
        <p:txBody>
          <a:bodyPr wrap="square" lIns="116611" tIns="65811" rIns="16789" bIns="40411" rtlCol="0" anchor="t">
            <a:normAutofit/>
          </a:bodyPr>
          <a:lstStyle/>
          <a:p>
            <a:pPr algn="l" indent="0" marL="0">
              <a:lnSpc>
                <a:spcPts val="1820"/>
              </a:lnSpc>
              <a:buNone/>
            </a:pPr>
            <a:r>
              <a:rPr lang="en-US" sz="1300" dirty="0">
                <a:solidFill>
                  <a:srgbClr val="D9D4F0"/>
                </a:solidFill>
                <a:latin typeface="Noto Sans JP" pitchFamily="34" charset="0"/>
                <a:ea typeface="Noto Sans JP" pitchFamily="34" charset="-122"/>
                <a:cs typeface="Noto Sans JP" pitchFamily="34" charset="-120"/>
              </a:rPr>
              <a:t>AWS Builder ID</a:t>
            </a:r>
            <a:endParaRPr lang="en-US" sz="1300" dirty="0"/>
          </a:p>
        </p:txBody>
      </p:sp>
      <p:sp>
        <p:nvSpPr>
          <p:cNvPr id="15" name="Text 13"/>
          <p:cNvSpPr/>
          <p:nvPr/>
        </p:nvSpPr>
        <p:spPr>
          <a:xfrm>
            <a:off x="2355850" y="3931741"/>
            <a:ext cx="3594100" cy="396180"/>
          </a:xfrm>
          <a:prstGeom prst="roundRect">
            <a:avLst>
              <a:gd name="adj" fmla="val 14425"/>
            </a:avLst>
          </a:prstGeom>
          <a:solidFill>
            <a:srgbClr val="1B1A27"/>
          </a:solidFill>
          <a:ln w="12700">
            <a:solidFill>
              <a:srgbClr val="4A4766"/>
            </a:solidFill>
            <a:prstDash val="dash"/>
          </a:ln>
        </p:spPr>
        <p:txBody>
          <a:bodyPr wrap="square" lIns="116611" tIns="65811" rIns="16789" bIns="40411" rtlCol="0" anchor="t">
            <a:normAutofit/>
          </a:bodyPr>
          <a:lstStyle/>
          <a:p>
            <a:pPr algn="l" indent="0" marL="0">
              <a:lnSpc>
                <a:spcPts val="1820"/>
              </a:lnSpc>
              <a:buNone/>
            </a:pPr>
            <a:r>
              <a:rPr lang="en-US" sz="1300" dirty="0">
                <a:solidFill>
                  <a:srgbClr val="6B6880"/>
                </a:solidFill>
                <a:latin typeface="Noto Sans JP" pitchFamily="34" charset="0"/>
                <a:ea typeface="Noto Sans JP" pitchFamily="34" charset="-122"/>
                <a:cs typeface="Noto Sans JP" pitchFamily="34" charset="-120"/>
              </a:rPr>
              <a:t>Your organization（選ばない）</a:t>
            </a:r>
            <a:endParaRPr lang="en-US" sz="1300" dirty="0"/>
          </a:p>
        </p:txBody>
      </p:sp>
      <p:sp>
        <p:nvSpPr>
          <p:cNvPr id="16" name="Text 14"/>
          <p:cNvSpPr/>
          <p:nvPr/>
        </p:nvSpPr>
        <p:spPr>
          <a:xfrm>
            <a:off x="7416800" y="135255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1</a:t>
            </a:r>
            <a:endParaRPr lang="en-US" sz="1200" dirty="0"/>
          </a:p>
        </p:txBody>
      </p:sp>
      <p:sp>
        <p:nvSpPr>
          <p:cNvPr id="17" name="Text 15"/>
          <p:cNvSpPr/>
          <p:nvPr/>
        </p:nvSpPr>
        <p:spPr>
          <a:xfrm>
            <a:off x="7759700" y="1352550"/>
            <a:ext cx="372808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B3A"/>
                </a:solidFill>
                <a:latin typeface="Noto Sans JP" pitchFamily="34" charset="0"/>
                <a:ea typeface="Noto Sans JP" pitchFamily="34" charset="-122"/>
                <a:cs typeface="Noto Sans JP" pitchFamily="34" charset="-120"/>
              </a:rPr>
              <a:t>使う方法を選ぶ。GitHub がおすすめ</a:t>
            </a:r>
            <a:endParaRPr lang="en-US" sz="1400" dirty="0"/>
          </a:p>
        </p:txBody>
      </p:sp>
      <p:sp>
        <p:nvSpPr>
          <p:cNvPr id="18" name="Text 16"/>
          <p:cNvSpPr/>
          <p:nvPr/>
        </p:nvSpPr>
        <p:spPr>
          <a:xfrm>
            <a:off x="7416800" y="175895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2</a:t>
            </a:r>
            <a:endParaRPr lang="en-US" sz="1200" dirty="0"/>
          </a:p>
        </p:txBody>
      </p:sp>
      <p:sp>
        <p:nvSpPr>
          <p:cNvPr id="19" name="Text 17"/>
          <p:cNvSpPr/>
          <p:nvPr/>
        </p:nvSpPr>
        <p:spPr>
          <a:xfrm>
            <a:off x="7759700" y="1758950"/>
            <a:ext cx="43434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B3A"/>
                </a:solidFill>
                <a:latin typeface="Noto Sans JP" pitchFamily="34" charset="0"/>
                <a:ea typeface="Noto Sans JP" pitchFamily="34" charset="-122"/>
                <a:cs typeface="Noto Sans JP" pitchFamily="34" charset="-120"/>
              </a:rPr>
              <a:t>ブラウザが開くのでサインインし、許可する</a:t>
            </a:r>
            <a:endParaRPr lang="en-US" sz="1400" dirty="0"/>
          </a:p>
        </p:txBody>
      </p:sp>
      <p:sp>
        <p:nvSpPr>
          <p:cNvPr id="20" name="Text 18"/>
          <p:cNvSpPr/>
          <p:nvPr/>
        </p:nvSpPr>
        <p:spPr>
          <a:xfrm>
            <a:off x="7416800" y="216535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3</a:t>
            </a:r>
            <a:endParaRPr lang="en-US" sz="1200" dirty="0"/>
          </a:p>
        </p:txBody>
      </p:sp>
      <p:sp>
        <p:nvSpPr>
          <p:cNvPr id="21" name="Text 19"/>
          <p:cNvSpPr/>
          <p:nvPr/>
        </p:nvSpPr>
        <p:spPr>
          <a:xfrm>
            <a:off x="7759700" y="2165350"/>
            <a:ext cx="372808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B3A"/>
                </a:solidFill>
                <a:latin typeface="Noto Sans JP" pitchFamily="34" charset="0"/>
                <a:ea typeface="Noto Sans JP" pitchFamily="34" charset="-122"/>
                <a:cs typeface="Noto Sans JP" pitchFamily="34" charset="-120"/>
              </a:rPr>
              <a:t>Kiro に戻ったら、チャット欄を開く</a:t>
            </a:r>
            <a:endParaRPr lang="en-US" sz="1400" dirty="0"/>
          </a:p>
        </p:txBody>
      </p:sp>
      <p:sp>
        <p:nvSpPr>
          <p:cNvPr id="22" name="Text 20"/>
          <p:cNvSpPr/>
          <p:nvPr/>
        </p:nvSpPr>
        <p:spPr>
          <a:xfrm>
            <a:off x="7759700" y="2490391"/>
            <a:ext cx="680740" cy="350441"/>
          </a:xfrm>
          <a:prstGeom prst="roundRect">
            <a:avLst>
              <a:gd name="adj" fmla="val 18120"/>
            </a:avLst>
          </a:prstGeom>
          <a:solidFill>
            <a:srgbClr val="FFFFFF"/>
          </a:solidFill>
          <a:ln/>
        </p:spPr>
        <p:txBody>
          <a:bodyPr wrap="none" lIns="0" tIns="0" rIns="0" bIns="25400" rtlCol="0" anchor="ctr">
            <a:normAutofit/>
          </a:bodyPr>
          <a:lstStyle/>
          <a:p>
            <a:pPr algn="ctr" indent="0" marL="0">
              <a:lnSpc>
                <a:spcPts val="1960"/>
              </a:lnSpc>
              <a:buNone/>
            </a:pPr>
            <a:r>
              <a:rPr lang="en-US" sz="1400" b="1" dirty="0">
                <a:solidFill>
                  <a:srgbClr val="1E1B3A"/>
                </a:solidFill>
                <a:latin typeface="JetBrains Mono" pitchFamily="49" charset="0"/>
                <a:ea typeface="JetBrains Mono" pitchFamily="49" charset="-122"/>
                <a:cs typeface="JetBrains Mono" pitchFamily="49" charset="-120"/>
              </a:rPr>
              <a:t>Ctrl</a:t>
            </a:r>
            <a:endParaRPr lang="en-US" sz="1400" dirty="0"/>
          </a:p>
        </p:txBody>
      </p:sp>
      <p:sp>
        <p:nvSpPr>
          <p:cNvPr id="23" name="Shape 21"/>
          <p:cNvSpPr/>
          <p:nvPr/>
        </p:nvSpPr>
        <p:spPr>
          <a:xfrm>
            <a:off x="7759700" y="2490391"/>
            <a:ext cx="680740" cy="350441"/>
          </a:xfrm>
          <a:custGeom>
            <a:avLst/>
            <a:gdLst/>
            <a:ahLst/>
            <a:cxnLst/>
            <a:rect l="l" t="t" r="r" b="b"/>
            <a:pathLst>
              <a:path w="680740" h="350441">
                <a:moveTo>
                  <a:pt x="63500" y="0"/>
                </a:moveTo>
                <a:lnTo>
                  <a:pt x="617240" y="0"/>
                </a:lnTo>
                <a:arcTo hR="63500" wR="63500" stAng="16200000" swAng="5400000"/>
                <a:lnTo>
                  <a:pt x="680740" y="286941"/>
                </a:lnTo>
                <a:arcTo hR="63500" wR="63500" stAng="0" swAng="5400000"/>
                <a:lnTo>
                  <a:pt x="63500" y="350441"/>
                </a:lnTo>
                <a:arcTo hR="63500" wR="63500" stAng="5400000" swAng="5400000"/>
                <a:lnTo>
                  <a:pt x="0" y="63500"/>
                </a:lnTo>
                <a:arcTo hR="63500" wR="63500" stAng="10800000" swAng="5400000"/>
                <a:close/>
                <a:moveTo>
                  <a:pt x="63500" y="12700"/>
                </a:moveTo>
                <a:arcTo hR="50800" wR="50800" stAng="16200000" swAng="-5400000"/>
                <a:lnTo>
                  <a:pt x="12700" y="286941"/>
                </a:lnTo>
                <a:arcTo hR="25400" wR="50800" stAng="10800000" swAng="-5400000"/>
                <a:lnTo>
                  <a:pt x="617240" y="312341"/>
                </a:lnTo>
                <a:arcTo hR="25400" wR="50800" stAng="5400000" swAng="-5400000"/>
                <a:lnTo>
                  <a:pt x="668040" y="63500"/>
                </a:lnTo>
                <a:arcTo hR="50800" wR="50800" stAng="0" swAng="-5400000"/>
                <a:close/>
              </a:path>
            </a:pathLst>
          </a:custGeom>
          <a:solidFill>
            <a:srgbClr val="1E1B3A"/>
          </a:solidFill>
          <a:ln/>
        </p:spPr>
      </p:sp>
      <p:sp>
        <p:nvSpPr>
          <p:cNvPr id="24" name="Text 22"/>
          <p:cNvSpPr/>
          <p:nvPr/>
        </p:nvSpPr>
        <p:spPr>
          <a:xfrm>
            <a:off x="8503940" y="2541191"/>
            <a:ext cx="2286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B3A"/>
                </a:solidFill>
                <a:latin typeface="Noto Sans JP" pitchFamily="34" charset="0"/>
                <a:ea typeface="Noto Sans JP" pitchFamily="34" charset="-122"/>
                <a:cs typeface="Noto Sans JP" pitchFamily="34" charset="-120"/>
              </a:rPr>
              <a:t>＋</a:t>
            </a:r>
            <a:endParaRPr lang="en-US" sz="1400" dirty="0"/>
          </a:p>
        </p:txBody>
      </p:sp>
      <p:sp>
        <p:nvSpPr>
          <p:cNvPr id="25" name="Text 23"/>
          <p:cNvSpPr/>
          <p:nvPr/>
        </p:nvSpPr>
        <p:spPr>
          <a:xfrm>
            <a:off x="8745240" y="2490391"/>
            <a:ext cx="360759" cy="350441"/>
          </a:xfrm>
          <a:prstGeom prst="roundRect">
            <a:avLst>
              <a:gd name="adj" fmla="val 18120"/>
            </a:avLst>
          </a:prstGeom>
          <a:solidFill>
            <a:srgbClr val="FFFFFF"/>
          </a:solidFill>
          <a:ln/>
        </p:spPr>
        <p:txBody>
          <a:bodyPr wrap="none" lIns="0" tIns="0" rIns="0" bIns="25400" rtlCol="0" anchor="ctr">
            <a:normAutofit/>
          </a:bodyPr>
          <a:lstStyle/>
          <a:p>
            <a:pPr algn="ctr" indent="0" marL="0">
              <a:lnSpc>
                <a:spcPts val="1960"/>
              </a:lnSpc>
              <a:buNone/>
            </a:pPr>
            <a:r>
              <a:rPr lang="en-US" sz="1400" b="1" dirty="0">
                <a:solidFill>
                  <a:srgbClr val="1E1B3A"/>
                </a:solidFill>
                <a:latin typeface="JetBrains Mono" pitchFamily="49" charset="0"/>
                <a:ea typeface="JetBrains Mono" pitchFamily="49" charset="-122"/>
                <a:cs typeface="JetBrains Mono" pitchFamily="49" charset="-120"/>
              </a:rPr>
              <a:t>L</a:t>
            </a:r>
            <a:endParaRPr lang="en-US" sz="1400" dirty="0"/>
          </a:p>
        </p:txBody>
      </p:sp>
      <p:sp>
        <p:nvSpPr>
          <p:cNvPr id="26" name="Shape 24"/>
          <p:cNvSpPr/>
          <p:nvPr/>
        </p:nvSpPr>
        <p:spPr>
          <a:xfrm>
            <a:off x="8745240" y="2490391"/>
            <a:ext cx="360759" cy="350441"/>
          </a:xfrm>
          <a:custGeom>
            <a:avLst/>
            <a:gdLst/>
            <a:ahLst/>
            <a:cxnLst/>
            <a:rect l="l" t="t" r="r" b="b"/>
            <a:pathLst>
              <a:path w="360759" h="350441">
                <a:moveTo>
                  <a:pt x="63500" y="0"/>
                </a:moveTo>
                <a:lnTo>
                  <a:pt x="297259" y="0"/>
                </a:lnTo>
                <a:arcTo hR="63500" wR="63500" stAng="16200000" swAng="5400000"/>
                <a:lnTo>
                  <a:pt x="360759" y="286941"/>
                </a:lnTo>
                <a:arcTo hR="63500" wR="63500" stAng="0" swAng="5400000"/>
                <a:lnTo>
                  <a:pt x="63500" y="350441"/>
                </a:lnTo>
                <a:arcTo hR="63500" wR="63500" stAng="5400000" swAng="5400000"/>
                <a:lnTo>
                  <a:pt x="0" y="63500"/>
                </a:lnTo>
                <a:arcTo hR="63500" wR="63500" stAng="10800000" swAng="5400000"/>
                <a:close/>
                <a:moveTo>
                  <a:pt x="63500" y="12700"/>
                </a:moveTo>
                <a:arcTo hR="50800" wR="50800" stAng="16200000" swAng="-5400000"/>
                <a:lnTo>
                  <a:pt x="12700" y="286941"/>
                </a:lnTo>
                <a:arcTo hR="25400" wR="50800" stAng="10800000" swAng="-5400000"/>
                <a:lnTo>
                  <a:pt x="297259" y="312341"/>
                </a:lnTo>
                <a:arcTo hR="25400" wR="50800" stAng="5400000" swAng="-5400000"/>
                <a:lnTo>
                  <a:pt x="348059" y="63500"/>
                </a:lnTo>
                <a:arcTo hR="50800" wR="50800" stAng="0" swAng="-5400000"/>
                <a:close/>
              </a:path>
            </a:pathLst>
          </a:custGeom>
          <a:solidFill>
            <a:srgbClr val="1E1B3A"/>
          </a:solidFill>
          <a:ln/>
        </p:spPr>
      </p:sp>
      <p:sp>
        <p:nvSpPr>
          <p:cNvPr id="27" name="Text 25"/>
          <p:cNvSpPr/>
          <p:nvPr/>
        </p:nvSpPr>
        <p:spPr>
          <a:xfrm>
            <a:off x="7416800" y="2993231"/>
            <a:ext cx="475488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4A4760"/>
                </a:solidFill>
                <a:latin typeface="Noto Sans JP" pitchFamily="34" charset="0"/>
                <a:ea typeface="Noto Sans JP" pitchFamily="34" charset="-122"/>
                <a:cs typeface="Noto Sans JP" pitchFamily="34" charset="-120"/>
              </a:rPr>
              <a:t>初めての人は、ここで無料プランのアカウントができます</a:t>
            </a:r>
            <a:endParaRPr lang="en-US" sz="1200" dirty="0"/>
          </a:p>
        </p:txBody>
      </p:sp>
      <p:sp>
        <p:nvSpPr>
          <p:cNvPr id="28" name="Text 26"/>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29" name="Text 27"/>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docs/01-login-and-rules.md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1B3A"/>
        </a:solidFill>
      </p:bgPr>
    </p:bg>
    <p:spTree>
      <p:nvGrpSpPr>
        <p:cNvPr id="1" name=""/>
        <p:cNvGrpSpPr/>
        <p:nvPr/>
      </p:nvGrpSpPr>
      <p:grpSpPr>
        <a:xfrm>
          <a:off x="0" y="0"/>
          <a:ext cx="0" cy="0"/>
          <a:chOff x="0" y="0"/>
          <a:chExt cx="0" cy="0"/>
        </a:xfrm>
      </p:grpSpPr>
      <p:sp>
        <p:nvSpPr>
          <p:cNvPr id="2" name="Text 0"/>
          <p:cNvSpPr/>
          <p:nvPr/>
        </p:nvSpPr>
        <p:spPr>
          <a:xfrm>
            <a:off x="812800" y="776585"/>
            <a:ext cx="802184" cy="307280"/>
          </a:xfrm>
          <a:custGeom>
            <a:avLst/>
            <a:gdLst/>
            <a:ahLst/>
            <a:cxnLst/>
            <a:rect l="l" t="t" r="r" b="b"/>
            <a:pathLst>
              <a:path w="802184" h="307280">
                <a:moveTo>
                  <a:pt x="153640" y="0"/>
                </a:moveTo>
                <a:lnTo>
                  <a:pt x="648543" y="0"/>
                </a:lnTo>
                <a:arcTo hR="153640" wR="153640" stAng="16200000" swAng="5400000"/>
                <a:lnTo>
                  <a:pt x="802184" y="153640"/>
                </a:lnTo>
                <a:arcTo hR="153640" wR="153640" stAng="0" swAng="5400000"/>
                <a:lnTo>
                  <a:pt x="153640" y="307280"/>
                </a:lnTo>
                <a:arcTo hR="153640" wR="153640" stAng="5400000" swAng="5400000"/>
                <a:lnTo>
                  <a:pt x="0" y="153640"/>
                </a:lnTo>
                <a:arcTo hR="153640" wR="153640" stAng="10800000" swAng="5400000"/>
                <a:close/>
              </a:path>
            </a:pathLst>
          </a:custGeom>
          <a:solidFill>
            <a:srgbClr val="B9A8FF"/>
          </a:solidFill>
          <a:ln/>
        </p:spPr>
        <p:txBody>
          <a:bodyPr wrap="none" lIns="0" tIns="0" rIns="0" bIns="0" rtlCol="0" anchor="ctr">
            <a:normAutofit/>
          </a:bodyPr>
          <a:lstStyle/>
          <a:p>
            <a:pPr algn="ctr" indent="0" marL="0">
              <a:lnSpc>
                <a:spcPts val="1820"/>
              </a:lnSpc>
              <a:buNone/>
            </a:pPr>
            <a:r>
              <a:rPr lang="en-US" sz="1300" b="1" dirty="0">
                <a:solidFill>
                  <a:srgbClr val="1E1B3A"/>
                </a:solidFill>
                <a:latin typeface="Noto Sans JP" pitchFamily="34" charset="0"/>
                <a:ea typeface="Noto Sans JP" pitchFamily="34" charset="-122"/>
                <a:cs typeface="Noto Sans JP" pitchFamily="34" charset="-120"/>
              </a:rPr>
              <a:t>STEP 1</a:t>
            </a:r>
            <a:endParaRPr lang="en-US" sz="1300" dirty="0"/>
          </a:p>
        </p:txBody>
      </p:sp>
      <p:sp>
        <p:nvSpPr>
          <p:cNvPr id="3" name="Text 1"/>
          <p:cNvSpPr/>
          <p:nvPr>
            <p:ph type="title"/>
          </p:nvPr>
        </p:nvSpPr>
        <p:spPr>
          <a:xfrm>
            <a:off x="1716584" y="711200"/>
            <a:ext cx="4384596"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7F6FB"/>
                </a:solidFill>
                <a:latin typeface="Noto Sans JP" pitchFamily="34" charset="0"/>
                <a:ea typeface="Noto Sans JP" pitchFamily="34" charset="-122"/>
                <a:cs typeface="Noto Sans JP" pitchFamily="34" charset="-120"/>
              </a:rPr>
              <a:t>必ず守る4つのルール</a:t>
            </a:r>
            <a:endParaRPr lang="en-US" sz="3000" dirty="0"/>
          </a:p>
        </p:txBody>
      </p:sp>
      <p:sp>
        <p:nvSpPr>
          <p:cNvPr id="4" name="Shape 2"/>
          <p:cNvSpPr/>
          <p:nvPr/>
        </p:nvSpPr>
        <p:spPr>
          <a:xfrm>
            <a:off x="812800" y="1454150"/>
            <a:ext cx="5194300" cy="1013321"/>
          </a:xfrm>
          <a:prstGeom prst="roundRect">
            <a:avLst>
              <a:gd name="adj" fmla="val 12533"/>
            </a:avLst>
          </a:prstGeom>
          <a:solidFill>
            <a:srgbClr val="2C2850"/>
          </a:solidFill>
          <a:ln/>
        </p:spPr>
      </p:sp>
      <p:pic>
        <p:nvPicPr>
          <p:cNvPr id="5" name="Image 0" descr="Lock">    </p:cNvPr>
          <p:cNvPicPr>
            <a:picLocks noChangeAspect="1"/>
          </p:cNvPicPr>
          <p:nvPr/>
        </p:nvPicPr>
        <p:blipFill>
          <a:blip r:embed="rId1"/>
          <a:srcRect l="0" r="0" t="0" b="0"/>
          <a:stretch/>
        </p:blipFill>
        <p:spPr>
          <a:xfrm>
            <a:off x="1041400" y="1732161"/>
            <a:ext cx="457200" cy="457200"/>
          </a:xfrm>
          <a:prstGeom prst="rect">
            <a:avLst/>
          </a:prstGeom>
        </p:spPr>
      </p:pic>
      <p:sp>
        <p:nvSpPr>
          <p:cNvPr id="6" name="Text 3"/>
          <p:cNvSpPr/>
          <p:nvPr/>
        </p:nvSpPr>
        <p:spPr>
          <a:xfrm>
            <a:off x="1676400" y="1682750"/>
            <a:ext cx="395656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B"/>
                </a:solidFill>
                <a:latin typeface="Noto Sans JP" pitchFamily="34" charset="0"/>
                <a:ea typeface="Noto Sans JP" pitchFamily="34" charset="-122"/>
                <a:cs typeface="Noto Sans JP" pitchFamily="34" charset="-120"/>
              </a:rPr>
              <a:t>個人情報・顧客情報は入れない</a:t>
            </a:r>
            <a:endParaRPr lang="en-US" sz="1800" dirty="0"/>
          </a:p>
        </p:txBody>
      </p:sp>
      <p:sp>
        <p:nvSpPr>
          <p:cNvPr id="7" name="Text 4"/>
          <p:cNvSpPr/>
          <p:nvPr/>
        </p:nvSpPr>
        <p:spPr>
          <a:xfrm>
            <a:off x="1676400" y="2007791"/>
            <a:ext cx="395656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9D4F0"/>
                </a:solidFill>
                <a:latin typeface="Noto Sans JP" pitchFamily="34" charset="0"/>
                <a:ea typeface="Noto Sans JP" pitchFamily="34" charset="-122"/>
                <a:cs typeface="Noto Sans JP" pitchFamily="34" charset="-120"/>
              </a:rPr>
              <a:t>練習には用意されたサンプル資料だけを使う</a:t>
            </a:r>
            <a:endParaRPr lang="en-US" sz="1300" dirty="0"/>
          </a:p>
        </p:txBody>
      </p:sp>
      <p:sp>
        <p:nvSpPr>
          <p:cNvPr id="8" name="Shape 5"/>
          <p:cNvSpPr/>
          <p:nvPr/>
        </p:nvSpPr>
        <p:spPr>
          <a:xfrm>
            <a:off x="6184900" y="1454150"/>
            <a:ext cx="5194300" cy="1013321"/>
          </a:xfrm>
          <a:prstGeom prst="roundRect">
            <a:avLst>
              <a:gd name="adj" fmla="val 12533"/>
            </a:avLst>
          </a:prstGeom>
          <a:solidFill>
            <a:srgbClr val="2C2850"/>
          </a:solidFill>
          <a:ln/>
        </p:spPr>
      </p:sp>
      <p:pic>
        <p:nvPicPr>
          <p:cNvPr id="9" name="Image 1" descr="Key">    </p:cNvPr>
          <p:cNvPicPr>
            <a:picLocks noChangeAspect="1"/>
          </p:cNvPicPr>
          <p:nvPr/>
        </p:nvPicPr>
        <p:blipFill>
          <a:blip r:embed="rId2"/>
          <a:srcRect l="0" r="0" t="0" b="0"/>
          <a:stretch/>
        </p:blipFill>
        <p:spPr>
          <a:xfrm>
            <a:off x="6413500" y="1732161"/>
            <a:ext cx="457200" cy="457200"/>
          </a:xfrm>
          <a:prstGeom prst="rect">
            <a:avLst/>
          </a:prstGeom>
        </p:spPr>
      </p:pic>
      <p:sp>
        <p:nvSpPr>
          <p:cNvPr id="10" name="Text 6"/>
          <p:cNvSpPr/>
          <p:nvPr/>
        </p:nvSpPr>
        <p:spPr>
          <a:xfrm>
            <a:off x="7048500" y="1682750"/>
            <a:ext cx="25097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B"/>
                </a:solidFill>
                <a:latin typeface="Noto Sans JP" pitchFamily="34" charset="0"/>
                <a:ea typeface="Noto Sans JP" pitchFamily="34" charset="-122"/>
                <a:cs typeface="Noto Sans JP" pitchFamily="34" charset="-120"/>
              </a:rPr>
              <a:t>秘密情報も入れない</a:t>
            </a:r>
            <a:endParaRPr lang="en-US" sz="1800" dirty="0"/>
          </a:p>
        </p:txBody>
      </p:sp>
      <p:sp>
        <p:nvSpPr>
          <p:cNvPr id="11" name="Text 7"/>
          <p:cNvSpPr/>
          <p:nvPr/>
        </p:nvSpPr>
        <p:spPr>
          <a:xfrm>
            <a:off x="7048500" y="2007791"/>
            <a:ext cx="292393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9D4F0"/>
                </a:solidFill>
                <a:latin typeface="Noto Sans JP" pitchFamily="34" charset="0"/>
                <a:ea typeface="Noto Sans JP" pitchFamily="34" charset="-122"/>
                <a:cs typeface="Noto Sans JP" pitchFamily="34" charset="-120"/>
              </a:rPr>
              <a:t>パスワード・API キー・トークン</a:t>
            </a:r>
            <a:endParaRPr lang="en-US" sz="1300" dirty="0"/>
          </a:p>
        </p:txBody>
      </p:sp>
      <p:sp>
        <p:nvSpPr>
          <p:cNvPr id="12" name="Shape 8"/>
          <p:cNvSpPr/>
          <p:nvPr/>
        </p:nvSpPr>
        <p:spPr>
          <a:xfrm>
            <a:off x="812800" y="2645271"/>
            <a:ext cx="5194300" cy="1013321"/>
          </a:xfrm>
          <a:prstGeom prst="roundRect">
            <a:avLst>
              <a:gd name="adj" fmla="val 12533"/>
            </a:avLst>
          </a:prstGeom>
          <a:solidFill>
            <a:srgbClr val="2C2850"/>
          </a:solidFill>
          <a:ln/>
        </p:spPr>
      </p:sp>
      <p:pic>
        <p:nvPicPr>
          <p:cNvPr id="13" name="Image 2" descr="Warning">    </p:cNvPr>
          <p:cNvPicPr>
            <a:picLocks noChangeAspect="1"/>
          </p:cNvPicPr>
          <p:nvPr/>
        </p:nvPicPr>
        <p:blipFill>
          <a:blip r:embed="rId3"/>
          <a:srcRect l="0" r="0" t="0" b="0"/>
          <a:stretch/>
        </p:blipFill>
        <p:spPr>
          <a:xfrm>
            <a:off x="1041400" y="2923282"/>
            <a:ext cx="457200" cy="457200"/>
          </a:xfrm>
          <a:prstGeom prst="rect">
            <a:avLst/>
          </a:prstGeom>
        </p:spPr>
      </p:pic>
      <p:sp>
        <p:nvSpPr>
          <p:cNvPr id="14" name="Text 9"/>
          <p:cNvSpPr/>
          <p:nvPr/>
        </p:nvSpPr>
        <p:spPr>
          <a:xfrm>
            <a:off x="1676400" y="2873871"/>
            <a:ext cx="41148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B"/>
                </a:solidFill>
                <a:latin typeface="Noto Sans JP" pitchFamily="34" charset="0"/>
                <a:ea typeface="Noto Sans JP" pitchFamily="34" charset="-122"/>
                <a:cs typeface="Noto Sans JP" pitchFamily="34" charset="-120"/>
              </a:rPr>
              <a:t>迷ったら、入れない・許可しない</a:t>
            </a:r>
            <a:endParaRPr lang="en-US" sz="1800" dirty="0"/>
          </a:p>
        </p:txBody>
      </p:sp>
      <p:sp>
        <p:nvSpPr>
          <p:cNvPr id="15" name="Text 10"/>
          <p:cNvSpPr/>
          <p:nvPr/>
        </p:nvSpPr>
        <p:spPr>
          <a:xfrm>
            <a:off x="1676400" y="3198912"/>
            <a:ext cx="353187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9D4F0"/>
                </a:solidFill>
                <a:latin typeface="Noto Sans JP" pitchFamily="34" charset="0"/>
                <a:ea typeface="Noto Sans JP" pitchFamily="34" charset="-122"/>
                <a:cs typeface="Noto Sans JP" pitchFamily="34" charset="-120"/>
              </a:rPr>
              <a:t>止まって Kiro に「これは何？」と聞く</a:t>
            </a:r>
            <a:endParaRPr lang="en-US" sz="1300" dirty="0"/>
          </a:p>
        </p:txBody>
      </p:sp>
      <p:sp>
        <p:nvSpPr>
          <p:cNvPr id="16" name="Shape 11"/>
          <p:cNvSpPr/>
          <p:nvPr/>
        </p:nvSpPr>
        <p:spPr>
          <a:xfrm>
            <a:off x="6184900" y="2645271"/>
            <a:ext cx="5194300" cy="1013321"/>
          </a:xfrm>
          <a:prstGeom prst="roundRect">
            <a:avLst>
              <a:gd name="adj" fmla="val 12533"/>
            </a:avLst>
          </a:prstGeom>
          <a:solidFill>
            <a:srgbClr val="2C2850"/>
          </a:solidFill>
          <a:ln/>
        </p:spPr>
      </p:sp>
      <p:pic>
        <p:nvPicPr>
          <p:cNvPr id="17" name="Image 3" descr="Activity">    </p:cNvPr>
          <p:cNvPicPr>
            <a:picLocks noChangeAspect="1"/>
          </p:cNvPicPr>
          <p:nvPr/>
        </p:nvPicPr>
        <p:blipFill>
          <a:blip r:embed="rId4"/>
          <a:srcRect l="0" r="0" t="0" b="0"/>
          <a:stretch/>
        </p:blipFill>
        <p:spPr>
          <a:xfrm>
            <a:off x="6413500" y="2923282"/>
            <a:ext cx="457200" cy="457200"/>
          </a:xfrm>
          <a:prstGeom prst="rect">
            <a:avLst/>
          </a:prstGeom>
        </p:spPr>
      </p:pic>
      <p:sp>
        <p:nvSpPr>
          <p:cNvPr id="18" name="Text 12"/>
          <p:cNvSpPr/>
          <p:nvPr/>
        </p:nvSpPr>
        <p:spPr>
          <a:xfrm>
            <a:off x="7048500" y="2873871"/>
            <a:ext cx="266842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B"/>
                </a:solidFill>
                <a:latin typeface="Noto Sans JP" pitchFamily="34" charset="0"/>
                <a:ea typeface="Noto Sans JP" pitchFamily="34" charset="-122"/>
                <a:cs typeface="Noto Sans JP" pitchFamily="34" charset="-120"/>
              </a:rPr>
              <a:t>main は直接変えない</a:t>
            </a:r>
            <a:endParaRPr lang="en-US" sz="1800" dirty="0"/>
          </a:p>
        </p:txBody>
      </p:sp>
      <p:sp>
        <p:nvSpPr>
          <p:cNvPr id="19" name="Text 13"/>
          <p:cNvSpPr/>
          <p:nvPr/>
        </p:nvSpPr>
        <p:spPr>
          <a:xfrm>
            <a:off x="7048500" y="3198912"/>
            <a:ext cx="229040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9D4F0"/>
                </a:solidFill>
                <a:latin typeface="Noto Sans JP" pitchFamily="34" charset="0"/>
                <a:ea typeface="Noto Sans JP" pitchFamily="34" charset="-122"/>
                <a:cs typeface="Noto Sans JP" pitchFamily="34" charset="-120"/>
              </a:rPr>
              <a:t>自分用のブランチで作業する</a:t>
            </a:r>
            <a:endParaRPr lang="en-US" sz="1300" dirty="0"/>
          </a:p>
        </p:txBody>
      </p:sp>
      <p:sp>
        <p:nvSpPr>
          <p:cNvPr id="20" name="Text 14"/>
          <p:cNvSpPr/>
          <p:nvPr/>
        </p:nvSpPr>
        <p:spPr>
          <a:xfrm>
            <a:off x="812800" y="3963392"/>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D4F0"/>
                </a:solidFill>
                <a:latin typeface="Noto Sans JP" pitchFamily="34" charset="0"/>
                <a:ea typeface="Noto Sans JP" pitchFamily="34" charset="-122"/>
                <a:cs typeface="Noto Sans JP" pitchFamily="34" charset="-120"/>
              </a:rPr>
              <a:t>入れてはいけない例：自分や他人の氏名・電話番号・住所・口座番号、パスワード、API キー</a:t>
            </a:r>
            <a:endParaRPr lang="en-US" sz="1500" dirty="0"/>
          </a:p>
          <a:p>
            <a:pPr algn="l" indent="0" marL="0">
              <a:lnSpc>
                <a:spcPts val="2100"/>
              </a:lnSpc>
              <a:buNone/>
            </a:pPr>
            <a:r>
              <a:rPr lang="en-US" sz="1500" dirty="0">
                <a:solidFill>
                  <a:srgbClr val="D9D4F0"/>
                </a:solidFill>
                <a:latin typeface="Noto Sans JP" pitchFamily="34" charset="0"/>
                <a:ea typeface="Noto Sans JP" pitchFamily="34" charset="-122"/>
                <a:cs typeface="Noto Sans JP" pitchFamily="34" charset="-120"/>
              </a:rPr>
              <a:t>エラー画面を貼るときも、写り込んでいないか確かめる</a:t>
            </a:r>
            <a:endParaRPr lang="en-US" sz="1500" dirty="0"/>
          </a:p>
        </p:txBody>
      </p:sp>
      <p:sp>
        <p:nvSpPr>
          <p:cNvPr id="21" name="Text 15"/>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C97B8"/>
                </a:solidFill>
                <a:latin typeface="Noto Sans JP" pitchFamily="34" charset="0"/>
                <a:ea typeface="Noto Sans JP" pitchFamily="34" charset="-122"/>
                <a:cs typeface="Noto Sans JP" pitchFamily="34" charset="-120"/>
              </a:rPr>
              <a:t>Kiro ハンズオン（公開版）</a:t>
            </a:r>
            <a:endParaRPr lang="en-US" sz="1200" dirty="0"/>
          </a:p>
        </p:txBody>
      </p:sp>
      <p:sp>
        <p:nvSpPr>
          <p:cNvPr id="22" name="Text 16"/>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C97B8"/>
                </a:solidFill>
                <a:latin typeface="Noto Sans JP" pitchFamily="34" charset="0"/>
                <a:ea typeface="Noto Sans JP" pitchFamily="34" charset="-122"/>
                <a:cs typeface="Noto Sans JP" pitchFamily="34" charset="-120"/>
              </a:rPr>
              <a:t>docs/01-login-and-rules.md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776585"/>
            <a:ext cx="802184" cy="307280"/>
          </a:xfrm>
          <a:custGeom>
            <a:avLst/>
            <a:gdLst/>
            <a:ahLst/>
            <a:cxnLst/>
            <a:rect l="l" t="t" r="r" b="b"/>
            <a:pathLst>
              <a:path w="802184" h="307280">
                <a:moveTo>
                  <a:pt x="153640" y="0"/>
                </a:moveTo>
                <a:lnTo>
                  <a:pt x="648543" y="0"/>
                </a:lnTo>
                <a:arcTo hR="153640" wR="153640" stAng="16200000" swAng="5400000"/>
                <a:lnTo>
                  <a:pt x="802184"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STEP 2</a:t>
            </a:r>
            <a:endParaRPr lang="en-US" sz="1300" dirty="0"/>
          </a:p>
        </p:txBody>
      </p:sp>
      <p:sp>
        <p:nvSpPr>
          <p:cNvPr id="3" name="Text 1"/>
          <p:cNvSpPr/>
          <p:nvPr>
            <p:ph type="title"/>
          </p:nvPr>
        </p:nvSpPr>
        <p:spPr>
          <a:xfrm>
            <a:off x="1716584" y="711200"/>
            <a:ext cx="5165050"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GitHub の言葉は4つだけ</a:t>
            </a:r>
            <a:endParaRPr lang="en-US" sz="3000" dirty="0"/>
          </a:p>
        </p:txBody>
      </p:sp>
      <p:sp>
        <p:nvSpPr>
          <p:cNvPr id="4" name="Shape 2"/>
          <p:cNvSpPr/>
          <p:nvPr/>
        </p:nvSpPr>
        <p:spPr>
          <a:xfrm>
            <a:off x="812800" y="1377950"/>
            <a:ext cx="2527300" cy="1668760"/>
          </a:xfrm>
          <a:prstGeom prst="roundRect">
            <a:avLst>
              <a:gd name="adj" fmla="val 7610"/>
            </a:avLst>
          </a:prstGeom>
          <a:solidFill>
            <a:srgbClr val="FFFFFF"/>
          </a:solidFill>
          <a:ln/>
        </p:spPr>
      </p:sp>
      <p:sp>
        <p:nvSpPr>
          <p:cNvPr id="5" name="Shape 3"/>
          <p:cNvSpPr/>
          <p:nvPr/>
        </p:nvSpPr>
        <p:spPr>
          <a:xfrm>
            <a:off x="812800" y="1377950"/>
            <a:ext cx="2527300" cy="1668760"/>
          </a:xfrm>
          <a:custGeom>
            <a:avLst/>
            <a:gdLst/>
            <a:ahLst/>
            <a:cxnLst/>
            <a:rect l="l" t="t" r="r" b="b"/>
            <a:pathLst>
              <a:path w="2527300" h="1668760">
                <a:moveTo>
                  <a:pt x="0" y="127000"/>
                </a:moveTo>
                <a:lnTo>
                  <a:pt x="0" y="127000"/>
                </a:lnTo>
                <a:arcTo hR="127000" wR="127000" stAng="10800000" swAng="5400000"/>
                <a:lnTo>
                  <a:pt x="2400300" y="0"/>
                </a:lnTo>
                <a:arcTo hR="127000" wR="127000" stAng="16200000" swAng="5400000"/>
                <a:lnTo>
                  <a:pt x="2527300" y="127000"/>
                </a:lnTo>
                <a:arcTo hR="76200" wR="127000" stAng="0" swAng="-5400000"/>
                <a:lnTo>
                  <a:pt x="127000" y="50800"/>
                </a:lnTo>
                <a:arcTo hR="76200" wR="127000" stAng="16200000" swAng="-5400000"/>
                <a:close/>
              </a:path>
            </a:pathLst>
          </a:custGeom>
          <a:solidFill>
            <a:srgbClr val="6A4BE0"/>
          </a:solidFill>
          <a:ln/>
        </p:spPr>
      </p:sp>
      <p:pic>
        <p:nvPicPr>
          <p:cNvPr id="6" name="Image 0" descr="Database">    </p:cNvPr>
          <p:cNvPicPr>
            <a:picLocks noChangeAspect="1"/>
          </p:cNvPicPr>
          <p:nvPr/>
        </p:nvPicPr>
        <p:blipFill>
          <a:blip r:embed="rId1"/>
          <a:srcRect l="0" r="0" t="0" b="0"/>
          <a:stretch/>
        </p:blipFill>
        <p:spPr>
          <a:xfrm>
            <a:off x="1016000" y="1606550"/>
            <a:ext cx="355600" cy="355600"/>
          </a:xfrm>
          <a:prstGeom prst="rect">
            <a:avLst/>
          </a:prstGeom>
        </p:spPr>
      </p:pic>
      <p:sp>
        <p:nvSpPr>
          <p:cNvPr id="7" name="Text 4"/>
          <p:cNvSpPr/>
          <p:nvPr/>
        </p:nvSpPr>
        <p:spPr>
          <a:xfrm>
            <a:off x="1016000" y="2038350"/>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1B3A"/>
                </a:solidFill>
                <a:latin typeface="Noto Sans JP" pitchFamily="34" charset="0"/>
                <a:ea typeface="Noto Sans JP" pitchFamily="34" charset="-122"/>
                <a:cs typeface="Noto Sans JP" pitchFamily="34" charset="-120"/>
              </a:rPr>
              <a:t>リポジトリ</a:t>
            </a:r>
            <a:endParaRPr lang="en-US" sz="1700" dirty="0"/>
          </a:p>
        </p:txBody>
      </p:sp>
      <p:sp>
        <p:nvSpPr>
          <p:cNvPr id="8" name="Text 5"/>
          <p:cNvSpPr/>
          <p:nvPr/>
        </p:nvSpPr>
        <p:spPr>
          <a:xfrm>
            <a:off x="1016000" y="2373610"/>
            <a:ext cx="218452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4760"/>
                </a:solidFill>
                <a:latin typeface="Noto Sans JP" pitchFamily="34" charset="0"/>
                <a:ea typeface="Noto Sans JP" pitchFamily="34" charset="-122"/>
                <a:cs typeface="Noto Sans JP" pitchFamily="34" charset="-120"/>
              </a:rPr>
              <a:t>変更履歴が</a:t>
            </a:r>
            <a:endParaRPr lang="en-US" sz="1300" dirty="0"/>
          </a:p>
          <a:p>
            <a:pPr algn="l" indent="0" marL="0">
              <a:lnSpc>
                <a:spcPts val="1950"/>
              </a:lnSpc>
              <a:buNone/>
            </a:pPr>
            <a:r>
              <a:rPr lang="en-US" sz="1300" dirty="0">
                <a:solidFill>
                  <a:srgbClr val="4A4760"/>
                </a:solidFill>
                <a:latin typeface="Noto Sans JP" pitchFamily="34" charset="0"/>
                <a:ea typeface="Noto Sans JP" pitchFamily="34" charset="-122"/>
                <a:cs typeface="Noto Sans JP" pitchFamily="34" charset="-120"/>
              </a:rPr>
              <a:t>全部残るフォルダ</a:t>
            </a:r>
            <a:endParaRPr lang="en-US" sz="1300" dirty="0"/>
          </a:p>
        </p:txBody>
      </p:sp>
      <p:sp>
        <p:nvSpPr>
          <p:cNvPr id="9" name="Shape 6"/>
          <p:cNvSpPr/>
          <p:nvPr/>
        </p:nvSpPr>
        <p:spPr>
          <a:xfrm>
            <a:off x="3492500" y="1377950"/>
            <a:ext cx="2527300" cy="1668760"/>
          </a:xfrm>
          <a:prstGeom prst="roundRect">
            <a:avLst>
              <a:gd name="adj" fmla="val 7610"/>
            </a:avLst>
          </a:prstGeom>
          <a:solidFill>
            <a:srgbClr val="FFFFFF"/>
          </a:solidFill>
          <a:ln/>
        </p:spPr>
      </p:sp>
      <p:sp>
        <p:nvSpPr>
          <p:cNvPr id="10" name="Shape 7"/>
          <p:cNvSpPr/>
          <p:nvPr/>
        </p:nvSpPr>
        <p:spPr>
          <a:xfrm>
            <a:off x="3492500" y="1377950"/>
            <a:ext cx="2527300" cy="1668760"/>
          </a:xfrm>
          <a:custGeom>
            <a:avLst/>
            <a:gdLst/>
            <a:ahLst/>
            <a:cxnLst/>
            <a:rect l="l" t="t" r="r" b="b"/>
            <a:pathLst>
              <a:path w="2527300" h="1668760">
                <a:moveTo>
                  <a:pt x="0" y="127000"/>
                </a:moveTo>
                <a:lnTo>
                  <a:pt x="0" y="127000"/>
                </a:lnTo>
                <a:arcTo hR="127000" wR="127000" stAng="10800000" swAng="5400000"/>
                <a:lnTo>
                  <a:pt x="2400300" y="0"/>
                </a:lnTo>
                <a:arcTo hR="127000" wR="127000" stAng="16200000" swAng="5400000"/>
                <a:lnTo>
                  <a:pt x="2527300" y="127000"/>
                </a:lnTo>
                <a:arcTo hR="76200" wR="127000" stAng="0" swAng="-5400000"/>
                <a:lnTo>
                  <a:pt x="127000" y="50800"/>
                </a:lnTo>
                <a:arcTo hR="76200" wR="127000" stAng="16200000" swAng="-5400000"/>
                <a:close/>
              </a:path>
            </a:pathLst>
          </a:custGeom>
          <a:solidFill>
            <a:srgbClr val="6A4BE0"/>
          </a:solidFill>
          <a:ln/>
        </p:spPr>
      </p:sp>
      <p:pic>
        <p:nvPicPr>
          <p:cNvPr id="11" name="Image 1" descr="Check">    </p:cNvPr>
          <p:cNvPicPr>
            <a:picLocks noChangeAspect="1"/>
          </p:cNvPicPr>
          <p:nvPr/>
        </p:nvPicPr>
        <p:blipFill>
          <a:blip r:embed="rId2"/>
          <a:srcRect l="0" r="0" t="0" b="0"/>
          <a:stretch/>
        </p:blipFill>
        <p:spPr>
          <a:xfrm>
            <a:off x="3695700" y="1606550"/>
            <a:ext cx="355600" cy="355600"/>
          </a:xfrm>
          <a:prstGeom prst="rect">
            <a:avLst/>
          </a:prstGeom>
        </p:spPr>
      </p:pic>
      <p:sp>
        <p:nvSpPr>
          <p:cNvPr id="12" name="Text 8"/>
          <p:cNvSpPr/>
          <p:nvPr/>
        </p:nvSpPr>
        <p:spPr>
          <a:xfrm>
            <a:off x="3695700" y="2038350"/>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1B3A"/>
                </a:solidFill>
                <a:latin typeface="Noto Sans JP" pitchFamily="34" charset="0"/>
                <a:ea typeface="Noto Sans JP" pitchFamily="34" charset="-122"/>
                <a:cs typeface="Noto Sans JP" pitchFamily="34" charset="-120"/>
              </a:rPr>
              <a:t>コミット</a:t>
            </a:r>
            <a:endParaRPr lang="en-US" sz="1700" dirty="0"/>
          </a:p>
        </p:txBody>
      </p:sp>
      <p:sp>
        <p:nvSpPr>
          <p:cNvPr id="13" name="Text 9"/>
          <p:cNvSpPr/>
          <p:nvPr/>
        </p:nvSpPr>
        <p:spPr>
          <a:xfrm>
            <a:off x="3695700" y="2373610"/>
            <a:ext cx="218452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4760"/>
                </a:solidFill>
                <a:latin typeface="Noto Sans JP" pitchFamily="34" charset="0"/>
                <a:ea typeface="Noto Sans JP" pitchFamily="34" charset="-122"/>
                <a:cs typeface="Noto Sans JP" pitchFamily="34" charset="-120"/>
              </a:rPr>
              <a:t>保存。</a:t>
            </a:r>
            <a:endParaRPr lang="en-US" sz="1300" dirty="0"/>
          </a:p>
          <a:p>
            <a:pPr algn="l" indent="0" marL="0">
              <a:lnSpc>
                <a:spcPts val="1950"/>
              </a:lnSpc>
              <a:buNone/>
            </a:pPr>
            <a:r>
              <a:rPr lang="en-US" sz="1300" dirty="0">
                <a:solidFill>
                  <a:srgbClr val="4A4760"/>
                </a:solidFill>
                <a:latin typeface="Noto Sans JP" pitchFamily="34" charset="0"/>
                <a:ea typeface="Noto Sans JP" pitchFamily="34" charset="-122"/>
                <a:cs typeface="Noto Sans JP" pitchFamily="34" charset="-120"/>
              </a:rPr>
              <a:t>いつ・誰が・何を・なぜ</a:t>
            </a:r>
            <a:endParaRPr lang="en-US" sz="1300" dirty="0"/>
          </a:p>
        </p:txBody>
      </p:sp>
      <p:sp>
        <p:nvSpPr>
          <p:cNvPr id="14" name="Shape 10"/>
          <p:cNvSpPr/>
          <p:nvPr/>
        </p:nvSpPr>
        <p:spPr>
          <a:xfrm>
            <a:off x="6172200" y="1377950"/>
            <a:ext cx="2527300" cy="1668760"/>
          </a:xfrm>
          <a:prstGeom prst="roundRect">
            <a:avLst>
              <a:gd name="adj" fmla="val 7610"/>
            </a:avLst>
          </a:prstGeom>
          <a:solidFill>
            <a:srgbClr val="FFFFFF"/>
          </a:solidFill>
          <a:ln/>
        </p:spPr>
      </p:sp>
      <p:sp>
        <p:nvSpPr>
          <p:cNvPr id="15" name="Shape 11"/>
          <p:cNvSpPr/>
          <p:nvPr/>
        </p:nvSpPr>
        <p:spPr>
          <a:xfrm>
            <a:off x="6172200" y="1377950"/>
            <a:ext cx="2527300" cy="1668760"/>
          </a:xfrm>
          <a:custGeom>
            <a:avLst/>
            <a:gdLst/>
            <a:ahLst/>
            <a:cxnLst/>
            <a:rect l="l" t="t" r="r" b="b"/>
            <a:pathLst>
              <a:path w="2527300" h="1668760">
                <a:moveTo>
                  <a:pt x="0" y="127000"/>
                </a:moveTo>
                <a:lnTo>
                  <a:pt x="0" y="127000"/>
                </a:lnTo>
                <a:arcTo hR="127000" wR="127000" stAng="10800000" swAng="5400000"/>
                <a:lnTo>
                  <a:pt x="2400300" y="0"/>
                </a:lnTo>
                <a:arcTo hR="127000" wR="127000" stAng="16200000" swAng="5400000"/>
                <a:lnTo>
                  <a:pt x="2527300" y="127000"/>
                </a:lnTo>
                <a:arcTo hR="76200" wR="127000" stAng="0" swAng="-5400000"/>
                <a:lnTo>
                  <a:pt x="127000" y="50800"/>
                </a:lnTo>
                <a:arcTo hR="76200" wR="127000" stAng="16200000" swAng="-5400000"/>
                <a:close/>
              </a:path>
            </a:pathLst>
          </a:custGeom>
          <a:solidFill>
            <a:srgbClr val="6A4BE0"/>
          </a:solidFill>
          <a:ln/>
        </p:spPr>
      </p:sp>
      <p:pic>
        <p:nvPicPr>
          <p:cNvPr id="16" name="Image 2" descr="Link">    </p:cNvPr>
          <p:cNvPicPr>
            <a:picLocks noChangeAspect="1"/>
          </p:cNvPicPr>
          <p:nvPr/>
        </p:nvPicPr>
        <p:blipFill>
          <a:blip r:embed="rId3"/>
          <a:srcRect l="0" r="0" t="0" b="0"/>
          <a:stretch/>
        </p:blipFill>
        <p:spPr>
          <a:xfrm>
            <a:off x="6375400" y="1606550"/>
            <a:ext cx="355600" cy="355600"/>
          </a:xfrm>
          <a:prstGeom prst="rect">
            <a:avLst/>
          </a:prstGeom>
        </p:spPr>
      </p:pic>
      <p:sp>
        <p:nvSpPr>
          <p:cNvPr id="17" name="Text 12"/>
          <p:cNvSpPr/>
          <p:nvPr/>
        </p:nvSpPr>
        <p:spPr>
          <a:xfrm>
            <a:off x="6375400" y="2038350"/>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1B3A"/>
                </a:solidFill>
                <a:latin typeface="Noto Sans JP" pitchFamily="34" charset="0"/>
                <a:ea typeface="Noto Sans JP" pitchFamily="34" charset="-122"/>
                <a:cs typeface="Noto Sans JP" pitchFamily="34" charset="-120"/>
              </a:rPr>
              <a:t>ブランチ</a:t>
            </a:r>
            <a:endParaRPr lang="en-US" sz="1700" dirty="0"/>
          </a:p>
        </p:txBody>
      </p:sp>
      <p:sp>
        <p:nvSpPr>
          <p:cNvPr id="18" name="Text 13"/>
          <p:cNvSpPr/>
          <p:nvPr/>
        </p:nvSpPr>
        <p:spPr>
          <a:xfrm>
            <a:off x="6375400" y="2373610"/>
            <a:ext cx="218452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4760"/>
                </a:solidFill>
                <a:latin typeface="Noto Sans JP" pitchFamily="34" charset="0"/>
                <a:ea typeface="Noto Sans JP" pitchFamily="34" charset="-122"/>
                <a:cs typeface="Noto Sans JP" pitchFamily="34" charset="-120"/>
              </a:rPr>
              <a:t>作業用のコピー。</a:t>
            </a:r>
            <a:endParaRPr lang="en-US" sz="1300" dirty="0"/>
          </a:p>
          <a:p>
            <a:pPr algn="l" indent="0" marL="0">
              <a:lnSpc>
                <a:spcPts val="1950"/>
              </a:lnSpc>
              <a:buNone/>
            </a:pPr>
            <a:r>
              <a:rPr lang="en-US" sz="1300" dirty="0">
                <a:solidFill>
                  <a:srgbClr val="4A4760"/>
                </a:solidFill>
                <a:latin typeface="Noto Sans JP" pitchFamily="34" charset="0"/>
                <a:ea typeface="Noto Sans JP" pitchFamily="34" charset="-122"/>
                <a:cs typeface="Noto Sans JP" pitchFamily="34" charset="-120"/>
              </a:rPr>
              <a:t>main を汚さない</a:t>
            </a:r>
            <a:endParaRPr lang="en-US" sz="1300" dirty="0"/>
          </a:p>
        </p:txBody>
      </p:sp>
      <p:sp>
        <p:nvSpPr>
          <p:cNvPr id="19" name="Shape 14"/>
          <p:cNvSpPr/>
          <p:nvPr/>
        </p:nvSpPr>
        <p:spPr>
          <a:xfrm>
            <a:off x="8851900" y="1377950"/>
            <a:ext cx="2527300" cy="1668760"/>
          </a:xfrm>
          <a:prstGeom prst="roundRect">
            <a:avLst>
              <a:gd name="adj" fmla="val 7610"/>
            </a:avLst>
          </a:prstGeom>
          <a:solidFill>
            <a:srgbClr val="FFFFFF"/>
          </a:solidFill>
          <a:ln/>
        </p:spPr>
      </p:sp>
      <p:sp>
        <p:nvSpPr>
          <p:cNvPr id="20" name="Shape 15"/>
          <p:cNvSpPr/>
          <p:nvPr/>
        </p:nvSpPr>
        <p:spPr>
          <a:xfrm>
            <a:off x="8851900" y="1377950"/>
            <a:ext cx="2527300" cy="1668760"/>
          </a:xfrm>
          <a:custGeom>
            <a:avLst/>
            <a:gdLst/>
            <a:ahLst/>
            <a:cxnLst/>
            <a:rect l="l" t="t" r="r" b="b"/>
            <a:pathLst>
              <a:path w="2527300" h="1668760">
                <a:moveTo>
                  <a:pt x="0" y="127000"/>
                </a:moveTo>
                <a:lnTo>
                  <a:pt x="0" y="127000"/>
                </a:lnTo>
                <a:arcTo hR="127000" wR="127000" stAng="10800000" swAng="5400000"/>
                <a:lnTo>
                  <a:pt x="2400300" y="0"/>
                </a:lnTo>
                <a:arcTo hR="127000" wR="127000" stAng="16200000" swAng="5400000"/>
                <a:lnTo>
                  <a:pt x="2527300" y="127000"/>
                </a:lnTo>
                <a:arcTo hR="76200" wR="127000" stAng="0" swAng="-5400000"/>
                <a:lnTo>
                  <a:pt x="127000" y="50800"/>
                </a:lnTo>
                <a:arcTo hR="76200" wR="127000" stAng="16200000" swAng="-5400000"/>
                <a:close/>
              </a:path>
            </a:pathLst>
          </a:custGeom>
          <a:solidFill>
            <a:srgbClr val="6A4BE0"/>
          </a:solidFill>
          <a:ln/>
        </p:spPr>
      </p:sp>
      <p:pic>
        <p:nvPicPr>
          <p:cNvPr id="21" name="Image 3" descr="Chat">    </p:cNvPr>
          <p:cNvPicPr>
            <a:picLocks noChangeAspect="1"/>
          </p:cNvPicPr>
          <p:nvPr/>
        </p:nvPicPr>
        <p:blipFill>
          <a:blip r:embed="rId4"/>
          <a:srcRect l="0" r="0" t="0" b="0"/>
          <a:stretch/>
        </p:blipFill>
        <p:spPr>
          <a:xfrm>
            <a:off x="9055100" y="1606550"/>
            <a:ext cx="355600" cy="355600"/>
          </a:xfrm>
          <a:prstGeom prst="rect">
            <a:avLst/>
          </a:prstGeom>
        </p:spPr>
      </p:pic>
      <p:sp>
        <p:nvSpPr>
          <p:cNvPr id="22" name="Text 16"/>
          <p:cNvSpPr/>
          <p:nvPr/>
        </p:nvSpPr>
        <p:spPr>
          <a:xfrm>
            <a:off x="9055100" y="2038350"/>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1B3A"/>
                </a:solidFill>
                <a:latin typeface="Noto Sans JP" pitchFamily="34" charset="0"/>
                <a:ea typeface="Noto Sans JP" pitchFamily="34" charset="-122"/>
                <a:cs typeface="Noto Sans JP" pitchFamily="34" charset="-120"/>
              </a:rPr>
              <a:t>プルリクエスト</a:t>
            </a:r>
            <a:endParaRPr lang="en-US" sz="1700" dirty="0"/>
          </a:p>
        </p:txBody>
      </p:sp>
      <p:sp>
        <p:nvSpPr>
          <p:cNvPr id="23" name="Text 17"/>
          <p:cNvSpPr/>
          <p:nvPr/>
        </p:nvSpPr>
        <p:spPr>
          <a:xfrm>
            <a:off x="9055100" y="2373610"/>
            <a:ext cx="218452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4760"/>
                </a:solidFill>
                <a:latin typeface="Noto Sans JP" pitchFamily="34" charset="0"/>
                <a:ea typeface="Noto Sans JP" pitchFamily="34" charset="-122"/>
                <a:cs typeface="Noto Sans JP" pitchFamily="34" charset="-120"/>
              </a:rPr>
              <a:t>本体に取り込む前の</a:t>
            </a:r>
            <a:endParaRPr lang="en-US" sz="1300" dirty="0"/>
          </a:p>
          <a:p>
            <a:pPr algn="l" indent="0" marL="0">
              <a:lnSpc>
                <a:spcPts val="1950"/>
              </a:lnSpc>
              <a:buNone/>
            </a:pPr>
            <a:r>
              <a:rPr lang="en-US" sz="1300" dirty="0">
                <a:solidFill>
                  <a:srgbClr val="4A4760"/>
                </a:solidFill>
                <a:latin typeface="Noto Sans JP" pitchFamily="34" charset="0"/>
                <a:ea typeface="Noto Sans JP" pitchFamily="34" charset="-122"/>
                <a:cs typeface="Noto Sans JP" pitchFamily="34" charset="-120"/>
              </a:rPr>
              <a:t>見直し依頼</a:t>
            </a:r>
            <a:endParaRPr lang="en-US" sz="1300" dirty="0"/>
          </a:p>
        </p:txBody>
      </p:sp>
      <p:sp>
        <p:nvSpPr>
          <p:cNvPr id="24" name="Shape 18"/>
          <p:cNvSpPr/>
          <p:nvPr/>
        </p:nvSpPr>
        <p:spPr>
          <a:xfrm>
            <a:off x="812800" y="3275310"/>
            <a:ext cx="10566400" cy="1905000"/>
          </a:xfrm>
          <a:prstGeom prst="roundRect">
            <a:avLst>
              <a:gd name="adj" fmla="val 6667"/>
            </a:avLst>
          </a:prstGeom>
          <a:solidFill>
            <a:srgbClr val="FFFFFF"/>
          </a:solidFill>
          <a:ln/>
        </p:spPr>
      </p:sp>
      <p:sp>
        <p:nvSpPr>
          <p:cNvPr id="25" name="Text 19"/>
          <p:cNvSpPr/>
          <p:nvPr/>
        </p:nvSpPr>
        <p:spPr>
          <a:xfrm>
            <a:off x="1041400" y="3592810"/>
            <a:ext cx="1447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1B3A"/>
                </a:solidFill>
                <a:latin typeface="Noto Sans JP" pitchFamily="34" charset="0"/>
                <a:ea typeface="Noto Sans JP" pitchFamily="34" charset="-122"/>
                <a:cs typeface="Noto Sans JP" pitchFamily="34" charset="-120"/>
              </a:rPr>
              <a:t>main（正式版）</a:t>
            </a:r>
            <a:endParaRPr lang="en-US" sz="1300" dirty="0"/>
          </a:p>
        </p:txBody>
      </p:sp>
      <p:sp>
        <p:nvSpPr>
          <p:cNvPr id="26" name="Shape 20"/>
          <p:cNvSpPr/>
          <p:nvPr/>
        </p:nvSpPr>
        <p:spPr>
          <a:xfrm>
            <a:off x="2527300" y="3694410"/>
            <a:ext cx="8445500" cy="50800"/>
          </a:xfrm>
          <a:prstGeom prst="roundRect">
            <a:avLst>
              <a:gd name="adj" fmla="val 50000"/>
            </a:avLst>
          </a:prstGeom>
          <a:solidFill>
            <a:srgbClr val="1E1B3A"/>
          </a:solidFill>
          <a:ln/>
        </p:spPr>
      </p:sp>
      <p:pic>
        <p:nvPicPr>
          <p:cNvPr id="27" name="Image 4" descr="ellipse">    </p:cNvPr>
          <p:cNvPicPr>
            <a:picLocks noChangeAspect="1"/>
          </p:cNvPicPr>
          <p:nvPr/>
        </p:nvPicPr>
        <p:blipFill>
          <a:blip r:embed="rId5"/>
          <a:srcRect l="0" r="0" t="0" b="0"/>
          <a:stretch/>
        </p:blipFill>
        <p:spPr>
          <a:xfrm>
            <a:off x="2819400" y="3630910"/>
            <a:ext cx="177800" cy="177800"/>
          </a:xfrm>
          <a:prstGeom prst="rect">
            <a:avLst/>
          </a:prstGeom>
        </p:spPr>
      </p:pic>
      <p:sp>
        <p:nvSpPr>
          <p:cNvPr id="28" name="Shape 21"/>
          <p:cNvSpPr/>
          <p:nvPr/>
        </p:nvSpPr>
        <p:spPr>
          <a:xfrm>
            <a:off x="3581400" y="3719810"/>
            <a:ext cx="50800" cy="977900"/>
          </a:xfrm>
          <a:prstGeom prst="rect">
            <a:avLst/>
          </a:prstGeom>
          <a:solidFill>
            <a:srgbClr val="6A4BE0"/>
          </a:solidFill>
          <a:ln/>
        </p:spPr>
      </p:sp>
      <p:sp>
        <p:nvSpPr>
          <p:cNvPr id="29" name="Shape 22"/>
          <p:cNvSpPr/>
          <p:nvPr/>
        </p:nvSpPr>
        <p:spPr>
          <a:xfrm>
            <a:off x="3581400" y="4646910"/>
            <a:ext cx="5232400" cy="50800"/>
          </a:xfrm>
          <a:prstGeom prst="roundRect">
            <a:avLst>
              <a:gd name="adj" fmla="val 50000"/>
            </a:avLst>
          </a:prstGeom>
          <a:solidFill>
            <a:srgbClr val="6A4BE0"/>
          </a:solidFill>
          <a:ln/>
        </p:spPr>
      </p:sp>
      <p:sp>
        <p:nvSpPr>
          <p:cNvPr id="30" name="Shape 23"/>
          <p:cNvSpPr/>
          <p:nvPr/>
        </p:nvSpPr>
        <p:spPr>
          <a:xfrm>
            <a:off x="8763000" y="3719810"/>
            <a:ext cx="50800" cy="977900"/>
          </a:xfrm>
          <a:prstGeom prst="rect">
            <a:avLst/>
          </a:prstGeom>
          <a:solidFill>
            <a:srgbClr val="6A4BE0"/>
          </a:solidFill>
          <a:ln/>
        </p:spPr>
      </p:sp>
      <p:pic>
        <p:nvPicPr>
          <p:cNvPr id="31" name="Image 5" descr="ellipse">    </p:cNvPr>
          <p:cNvPicPr>
            <a:picLocks noChangeAspect="1"/>
          </p:cNvPicPr>
          <p:nvPr/>
        </p:nvPicPr>
        <p:blipFill>
          <a:blip r:embed="rId6"/>
          <a:srcRect l="0" r="0" t="0" b="0"/>
          <a:stretch/>
        </p:blipFill>
        <p:spPr>
          <a:xfrm>
            <a:off x="8661400" y="3592810"/>
            <a:ext cx="254000" cy="254000"/>
          </a:xfrm>
          <a:prstGeom prst="rect">
            <a:avLst/>
          </a:prstGeom>
        </p:spPr>
      </p:pic>
      <p:pic>
        <p:nvPicPr>
          <p:cNvPr id="32" name="Image 6" descr="ellipse">    </p:cNvPr>
          <p:cNvPicPr>
            <a:picLocks noChangeAspect="1"/>
          </p:cNvPicPr>
          <p:nvPr/>
        </p:nvPicPr>
        <p:blipFill>
          <a:blip r:embed="rId7"/>
          <a:srcRect l="0" r="0" t="0" b="0"/>
          <a:stretch/>
        </p:blipFill>
        <p:spPr>
          <a:xfrm>
            <a:off x="4787900" y="4583410"/>
            <a:ext cx="177800" cy="177800"/>
          </a:xfrm>
          <a:prstGeom prst="rect">
            <a:avLst/>
          </a:prstGeom>
        </p:spPr>
      </p:pic>
      <p:pic>
        <p:nvPicPr>
          <p:cNvPr id="33" name="Image 7" descr="ellipse">    </p:cNvPr>
          <p:cNvPicPr>
            <a:picLocks noChangeAspect="1"/>
          </p:cNvPicPr>
          <p:nvPr/>
        </p:nvPicPr>
        <p:blipFill>
          <a:blip r:embed="rId8"/>
          <a:srcRect l="0" r="0" t="0" b="0"/>
          <a:stretch/>
        </p:blipFill>
        <p:spPr>
          <a:xfrm>
            <a:off x="6057900" y="4583410"/>
            <a:ext cx="177800" cy="177800"/>
          </a:xfrm>
          <a:prstGeom prst="rect">
            <a:avLst/>
          </a:prstGeom>
        </p:spPr>
      </p:pic>
      <p:pic>
        <p:nvPicPr>
          <p:cNvPr id="34" name="Image 8" descr="ellipse">    </p:cNvPr>
          <p:cNvPicPr>
            <a:picLocks noChangeAspect="1"/>
          </p:cNvPicPr>
          <p:nvPr/>
        </p:nvPicPr>
        <p:blipFill>
          <a:blip r:embed="rId9"/>
          <a:srcRect l="0" r="0" t="0" b="0"/>
          <a:stretch/>
        </p:blipFill>
        <p:spPr>
          <a:xfrm>
            <a:off x="7327900" y="4583410"/>
            <a:ext cx="177800" cy="177800"/>
          </a:xfrm>
          <a:prstGeom prst="rect">
            <a:avLst/>
          </a:prstGeom>
        </p:spPr>
      </p:pic>
      <p:sp>
        <p:nvSpPr>
          <p:cNvPr id="35" name="Text 24"/>
          <p:cNvSpPr/>
          <p:nvPr/>
        </p:nvSpPr>
        <p:spPr>
          <a:xfrm>
            <a:off x="3759200" y="3935710"/>
            <a:ext cx="2514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4BE0"/>
                </a:solidFill>
                <a:latin typeface="Noto Sans JP" pitchFamily="34" charset="0"/>
                <a:ea typeface="Noto Sans JP" pitchFamily="34" charset="-122"/>
                <a:cs typeface="Noto Sans JP" pitchFamily="34" charset="-120"/>
              </a:rPr>
              <a:t>① 分かれる（ブランチを作る）</a:t>
            </a:r>
            <a:endParaRPr lang="en-US" sz="1200" dirty="0"/>
          </a:p>
        </p:txBody>
      </p:sp>
      <p:sp>
        <p:nvSpPr>
          <p:cNvPr id="36" name="Text 25"/>
          <p:cNvSpPr/>
          <p:nvPr/>
        </p:nvSpPr>
        <p:spPr>
          <a:xfrm>
            <a:off x="4311650" y="4291310"/>
            <a:ext cx="39243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A4BE0"/>
                </a:solidFill>
                <a:latin typeface="Noto Sans JP" pitchFamily="34" charset="0"/>
                <a:ea typeface="Noto Sans JP" pitchFamily="34" charset="-122"/>
                <a:cs typeface="Noto Sans JP" pitchFamily="34" charset="-120"/>
              </a:rPr>
              <a:t>practice/taro（自分のブランチ）</a:t>
            </a:r>
            <a:endParaRPr lang="en-US" sz="1200" dirty="0"/>
          </a:p>
        </p:txBody>
      </p:sp>
      <p:sp>
        <p:nvSpPr>
          <p:cNvPr id="37" name="Text 26"/>
          <p:cNvSpPr/>
          <p:nvPr/>
        </p:nvSpPr>
        <p:spPr>
          <a:xfrm>
            <a:off x="4311650" y="4824710"/>
            <a:ext cx="3924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② ここで作業して、コミットを重ねる</a:t>
            </a:r>
            <a:endParaRPr lang="en-US" sz="1200" dirty="0"/>
          </a:p>
        </p:txBody>
      </p:sp>
      <p:sp>
        <p:nvSpPr>
          <p:cNvPr id="38" name="Text 27"/>
          <p:cNvSpPr/>
          <p:nvPr/>
        </p:nvSpPr>
        <p:spPr>
          <a:xfrm>
            <a:off x="9004300" y="3935710"/>
            <a:ext cx="209296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4BE0"/>
                </a:solidFill>
                <a:latin typeface="Noto Sans JP" pitchFamily="34" charset="0"/>
                <a:ea typeface="Noto Sans JP" pitchFamily="34" charset="-122"/>
                <a:cs typeface="Noto Sans JP" pitchFamily="34" charset="-120"/>
              </a:rPr>
              <a:t>③ プルリクエスト</a:t>
            </a:r>
            <a:endParaRPr lang="en-US" sz="1200" dirty="0"/>
          </a:p>
          <a:p>
            <a:pPr algn="l" indent="0" marL="0">
              <a:lnSpc>
                <a:spcPts val="1680"/>
              </a:lnSpc>
              <a:buNone/>
            </a:pPr>
            <a:r>
              <a:rPr lang="en-US" sz="1200" b="1" dirty="0">
                <a:solidFill>
                  <a:srgbClr val="6A4BE0"/>
                </a:solidFill>
                <a:latin typeface="Noto Sans JP" pitchFamily="34" charset="0"/>
                <a:ea typeface="Noto Sans JP" pitchFamily="34" charset="-122"/>
                <a:cs typeface="Noto Sans JP" pitchFamily="34" charset="-120"/>
              </a:rPr>
              <a:t>→ マージで main に戻す</a:t>
            </a:r>
            <a:endParaRPr lang="en-US" sz="1200" dirty="0"/>
          </a:p>
        </p:txBody>
      </p:sp>
      <p:sp>
        <p:nvSpPr>
          <p:cNvPr id="39" name="Text 28"/>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40" name="Text 29"/>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docs/02-github-and-clone.md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776585"/>
            <a:ext cx="802184" cy="307280"/>
          </a:xfrm>
          <a:custGeom>
            <a:avLst/>
            <a:gdLst/>
            <a:ahLst/>
            <a:cxnLst/>
            <a:rect l="l" t="t" r="r" b="b"/>
            <a:pathLst>
              <a:path w="802184" h="307280">
                <a:moveTo>
                  <a:pt x="153640" y="0"/>
                </a:moveTo>
                <a:lnTo>
                  <a:pt x="648543" y="0"/>
                </a:lnTo>
                <a:arcTo hR="153640" wR="153640" stAng="16200000" swAng="5400000"/>
                <a:lnTo>
                  <a:pt x="802184"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STEP 2</a:t>
            </a:r>
            <a:endParaRPr lang="en-US" sz="1300" dirty="0"/>
          </a:p>
        </p:txBody>
      </p:sp>
      <p:sp>
        <p:nvSpPr>
          <p:cNvPr id="3" name="Text 1"/>
          <p:cNvSpPr/>
          <p:nvPr>
            <p:ph type="title"/>
          </p:nvPr>
        </p:nvSpPr>
        <p:spPr>
          <a:xfrm>
            <a:off x="1716584" y="711200"/>
            <a:ext cx="9933623"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自分のリポジトリを PC に取り込む（クローン）</a:t>
            </a:r>
            <a:endParaRPr lang="en-US" sz="3000" dirty="0"/>
          </a:p>
        </p:txBody>
      </p:sp>
      <p:sp>
        <p:nvSpPr>
          <p:cNvPr id="4" name="Shape 2"/>
          <p:cNvSpPr/>
          <p:nvPr/>
        </p:nvSpPr>
        <p:spPr>
          <a:xfrm>
            <a:off x="812800" y="1327150"/>
            <a:ext cx="5194300" cy="2221111"/>
          </a:xfrm>
          <a:prstGeom prst="roundRect">
            <a:avLst>
              <a:gd name="adj" fmla="val 4574"/>
            </a:avLst>
          </a:prstGeom>
          <a:solidFill>
            <a:srgbClr val="FFFFFF"/>
          </a:solidFill>
          <a:ln/>
          <a:effectLst>
            <a:outerShdw sx="100000" sy="100000" kx="0" ky="0" algn="bl" rotWithShape="0" blurRad="203200" dist="76200" dir="5400000">
              <a:srgbClr val="1E1B3A">
                <a:alpha val="18000"/>
              </a:srgbClr>
            </a:outerShdw>
          </a:effectLst>
        </p:spPr>
      </p:sp>
      <p:sp>
        <p:nvSpPr>
          <p:cNvPr id="5" name="Shape 3"/>
          <p:cNvSpPr/>
          <p:nvPr/>
        </p:nvSpPr>
        <p:spPr>
          <a:xfrm>
            <a:off x="812800" y="1327150"/>
            <a:ext cx="5194300" cy="398760"/>
          </a:xfrm>
          <a:custGeom>
            <a:avLst/>
            <a:gdLst/>
            <a:ahLst/>
            <a:cxnLst/>
            <a:rect l="l" t="t" r="r" b="b"/>
            <a:pathLst>
              <a:path w="5194300" h="398760">
                <a:moveTo>
                  <a:pt x="0" y="101600"/>
                </a:moveTo>
                <a:arcTo hR="101600" wR="101600" stAng="10800000" swAng="5400000"/>
                <a:lnTo>
                  <a:pt x="5092700" y="0"/>
                </a:lnTo>
                <a:arcTo hR="101600" wR="101600" stAng="16200000" swAng="5400000"/>
                <a:lnTo>
                  <a:pt x="5194300" y="398760"/>
                </a:lnTo>
                <a:lnTo>
                  <a:pt x="0" y="398760"/>
                </a:lnTo>
                <a:close/>
              </a:path>
            </a:pathLst>
          </a:custGeom>
          <a:solidFill>
            <a:srgbClr val="E9E7F0"/>
          </a:solidFill>
          <a:ln/>
        </p:spPr>
      </p:sp>
      <p:sp>
        <p:nvSpPr>
          <p:cNvPr id="6" name="Text 4"/>
          <p:cNvSpPr/>
          <p:nvPr/>
        </p:nvSpPr>
        <p:spPr>
          <a:xfrm>
            <a:off x="927100" y="1424880"/>
            <a:ext cx="685800" cy="203200"/>
          </a:xfrm>
          <a:custGeom>
            <a:avLst/>
            <a:gdLst/>
            <a:ahLst/>
            <a:cxnLst/>
            <a:rect l="l" t="t" r="r" b="b"/>
            <a:pathLst>
              <a:path w="685800" h="203200">
                <a:moveTo>
                  <a:pt x="101600" y="0"/>
                </a:moveTo>
                <a:lnTo>
                  <a:pt x="584200" y="0"/>
                </a:lnTo>
                <a:arcTo hR="101600" wR="101600" stAng="16200000" swAng="5400000"/>
                <a:lnTo>
                  <a:pt x="685800" y="101600"/>
                </a:lnTo>
                <a:arcTo hR="101600" wR="101600" stAng="0" swAng="5400000"/>
                <a:lnTo>
                  <a:pt x="101600" y="203200"/>
                </a:lnTo>
                <a:arcTo hR="101600" wR="101600" stAng="5400000" swAng="5400000"/>
                <a:lnTo>
                  <a:pt x="0" y="101600"/>
                </a:lnTo>
                <a:arcTo hR="101600" wR="101600" stAng="10800000" swAng="5400000"/>
                <a:close/>
              </a:path>
            </a:pathLst>
          </a:custGeom>
          <a:solidFill>
            <a:srgbClr val="1F6FB2"/>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Noto Sans JP" pitchFamily="34" charset="0"/>
                <a:ea typeface="Noto Sans JP" pitchFamily="34" charset="-122"/>
                <a:cs typeface="Noto Sans JP" pitchFamily="34" charset="-120"/>
              </a:rPr>
              <a:t>ブラウザ</a:t>
            </a:r>
            <a:endParaRPr lang="en-US" sz="1000" dirty="0"/>
          </a:p>
        </p:txBody>
      </p:sp>
      <p:sp>
        <p:nvSpPr>
          <p:cNvPr id="7" name="Shape 5"/>
          <p:cNvSpPr/>
          <p:nvPr/>
        </p:nvSpPr>
        <p:spPr>
          <a:xfrm>
            <a:off x="1676400" y="1403350"/>
            <a:ext cx="3378200" cy="246360"/>
          </a:xfrm>
          <a:prstGeom prst="roundRect">
            <a:avLst>
              <a:gd name="adj" fmla="val 50000"/>
            </a:avLst>
          </a:prstGeom>
          <a:solidFill>
            <a:srgbClr val="FFFFFF"/>
          </a:solidFill>
          <a:ln/>
        </p:spPr>
      </p:sp>
      <p:pic>
        <p:nvPicPr>
          <p:cNvPr id="8" name="Image 0" descr="Lock">    </p:cNvPr>
          <p:cNvPicPr>
            <a:picLocks noChangeAspect="1"/>
          </p:cNvPicPr>
          <p:nvPr/>
        </p:nvPicPr>
        <p:blipFill>
          <a:blip r:embed="rId1"/>
          <a:srcRect l="-484" r="-484" t="0" b="0"/>
          <a:stretch/>
        </p:blipFill>
        <p:spPr>
          <a:xfrm>
            <a:off x="1778000" y="1456630"/>
            <a:ext cx="134640" cy="139700"/>
          </a:xfrm>
          <a:prstGeom prst="rect">
            <a:avLst/>
          </a:prstGeom>
        </p:spPr>
      </p:pic>
      <p:sp>
        <p:nvSpPr>
          <p:cNvPr id="9" name="Text 6"/>
          <p:cNvSpPr/>
          <p:nvPr/>
        </p:nvSpPr>
        <p:spPr>
          <a:xfrm>
            <a:off x="1963440" y="1428750"/>
            <a:ext cx="3079247"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4A4760"/>
                </a:solidFill>
                <a:latin typeface="JetBrains Mono" pitchFamily="49" charset="0"/>
                <a:ea typeface="JetBrains Mono" pitchFamily="49" charset="-122"/>
                <a:cs typeface="JetBrains Mono" pitchFamily="49" charset="-120"/>
              </a:rPr>
              <a:t>github.com/taro/kiro-handson-practice</a:t>
            </a:r>
            <a:endParaRPr lang="en-US" sz="1100" dirty="0"/>
          </a:p>
        </p:txBody>
      </p:sp>
      <p:sp>
        <p:nvSpPr>
          <p:cNvPr id="10" name="Text 7"/>
          <p:cNvSpPr/>
          <p:nvPr/>
        </p:nvSpPr>
        <p:spPr>
          <a:xfrm>
            <a:off x="5194300" y="1428750"/>
            <a:ext cx="749300"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4A4760"/>
                </a:solidFill>
                <a:latin typeface="Noto Sans JP" pitchFamily="34" charset="0"/>
                <a:ea typeface="Noto Sans JP" pitchFamily="34" charset="-122"/>
                <a:cs typeface="Noto Sans JP" pitchFamily="34" charset="-120"/>
              </a:rPr>
              <a:t>─　□　×</a:t>
            </a:r>
            <a:endParaRPr lang="en-US" sz="1100" dirty="0"/>
          </a:p>
        </p:txBody>
      </p:sp>
      <p:sp>
        <p:nvSpPr>
          <p:cNvPr id="11" name="Shape 8"/>
          <p:cNvSpPr/>
          <p:nvPr/>
        </p:nvSpPr>
        <p:spPr>
          <a:xfrm>
            <a:off x="812800" y="1725910"/>
            <a:ext cx="5194300" cy="340320"/>
          </a:xfrm>
          <a:prstGeom prst="rect">
            <a:avLst/>
          </a:prstGeom>
          <a:solidFill>
            <a:srgbClr val="24292F"/>
          </a:solidFill>
          <a:ln/>
        </p:spPr>
      </p:sp>
      <p:sp>
        <p:nvSpPr>
          <p:cNvPr id="12" name="Text 9"/>
          <p:cNvSpPr/>
          <p:nvPr/>
        </p:nvSpPr>
        <p:spPr>
          <a:xfrm>
            <a:off x="939800" y="1789410"/>
            <a:ext cx="60662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JP" pitchFamily="34" charset="0"/>
                <a:ea typeface="Noto Sans JP" pitchFamily="34" charset="-122"/>
                <a:cs typeface="Noto Sans JP" pitchFamily="34" charset="-120"/>
              </a:rPr>
              <a:t>GitHub</a:t>
            </a:r>
            <a:endParaRPr lang="en-US" sz="1200" dirty="0"/>
          </a:p>
        </p:txBody>
      </p:sp>
      <p:sp>
        <p:nvSpPr>
          <p:cNvPr id="13" name="Text 10"/>
          <p:cNvSpPr/>
          <p:nvPr/>
        </p:nvSpPr>
        <p:spPr>
          <a:xfrm>
            <a:off x="1546423" y="1789410"/>
            <a:ext cx="23864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D9"/>
                </a:solidFill>
                <a:latin typeface="Noto Sans JP" pitchFamily="34" charset="0"/>
                <a:ea typeface="Noto Sans JP" pitchFamily="34" charset="-122"/>
                <a:cs typeface="Noto Sans JP" pitchFamily="34" charset="-120"/>
              </a:rPr>
              <a:t>taro / kiro-handson-practice</a:t>
            </a:r>
            <a:endParaRPr lang="en-US" sz="1200" dirty="0"/>
          </a:p>
        </p:txBody>
      </p:sp>
      <p:sp>
        <p:nvSpPr>
          <p:cNvPr id="14" name="Text 11"/>
          <p:cNvSpPr/>
          <p:nvPr/>
        </p:nvSpPr>
        <p:spPr>
          <a:xfrm>
            <a:off x="4547096" y="223639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1</a:t>
            </a:r>
            <a:endParaRPr lang="en-US" sz="1200" dirty="0"/>
          </a:p>
        </p:txBody>
      </p:sp>
      <p:sp>
        <p:nvSpPr>
          <p:cNvPr id="15" name="Text 12"/>
          <p:cNvSpPr/>
          <p:nvPr/>
        </p:nvSpPr>
        <p:spPr>
          <a:xfrm>
            <a:off x="4864596" y="2218630"/>
            <a:ext cx="964704" cy="289520"/>
          </a:xfrm>
          <a:prstGeom prst="roundRect">
            <a:avLst>
              <a:gd name="adj" fmla="val 17546"/>
            </a:avLst>
          </a:prstGeom>
          <a:solidFill>
            <a:srgbClr val="1F883D"/>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Noto Sans JP" pitchFamily="34" charset="0"/>
                <a:ea typeface="Noto Sans JP" pitchFamily="34" charset="-122"/>
                <a:cs typeface="Noto Sans JP" pitchFamily="34" charset="-120"/>
              </a:rPr>
              <a:t>&lt;&gt; Code ▾</a:t>
            </a:r>
            <a:endParaRPr lang="en-US" sz="1200" dirty="0"/>
          </a:p>
        </p:txBody>
      </p:sp>
      <p:sp>
        <p:nvSpPr>
          <p:cNvPr id="16" name="Shape 13"/>
          <p:cNvSpPr/>
          <p:nvPr/>
        </p:nvSpPr>
        <p:spPr>
          <a:xfrm>
            <a:off x="993775" y="2600226"/>
            <a:ext cx="4832350" cy="792460"/>
          </a:xfrm>
          <a:prstGeom prst="roundRect">
            <a:avLst>
              <a:gd name="adj" fmla="val 7612"/>
            </a:avLst>
          </a:prstGeom>
          <a:solidFill>
            <a:srgbClr val="FFFFFF"/>
          </a:solidFill>
          <a:ln w="6350">
            <a:solidFill>
              <a:srgbClr val="D0D7DE"/>
            </a:solidFill>
            <a:prstDash val="solid"/>
          </a:ln>
          <a:effectLst>
            <a:outerShdw sx="100000" sy="100000" kx="0" ky="0" algn="bl" rotWithShape="0" blurRad="127000" dist="50800" dir="5400000">
              <a:srgbClr val="1E1B3A">
                <a:alpha val="15000"/>
              </a:srgbClr>
            </a:outerShdw>
          </a:effectLst>
        </p:spPr>
      </p:sp>
      <p:sp>
        <p:nvSpPr>
          <p:cNvPr id="17" name="Shape 14"/>
          <p:cNvSpPr/>
          <p:nvPr/>
        </p:nvSpPr>
        <p:spPr>
          <a:xfrm>
            <a:off x="1123950" y="2935486"/>
            <a:ext cx="458391" cy="0"/>
          </a:xfrm>
          <a:prstGeom prst="line">
            <a:avLst/>
          </a:prstGeom>
          <a:noFill/>
          <a:ln w="19050">
            <a:solidFill>
              <a:srgbClr val="FD8C73"/>
            </a:solidFill>
            <a:prstDash val="solid"/>
          </a:ln>
        </p:spPr>
      </p:sp>
      <p:sp>
        <p:nvSpPr>
          <p:cNvPr id="18" name="Text 15"/>
          <p:cNvSpPr/>
          <p:nvPr/>
        </p:nvSpPr>
        <p:spPr>
          <a:xfrm>
            <a:off x="1123950" y="2705001"/>
            <a:ext cx="509191"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1E1B3A"/>
                </a:solidFill>
                <a:latin typeface="Noto Sans JP" pitchFamily="34" charset="0"/>
                <a:ea typeface="Noto Sans JP" pitchFamily="34" charset="-122"/>
                <a:cs typeface="Noto Sans JP" pitchFamily="34" charset="-120"/>
              </a:rPr>
              <a:t>HTTPS</a:t>
            </a:r>
            <a:endParaRPr lang="en-US" sz="1100" dirty="0"/>
          </a:p>
        </p:txBody>
      </p:sp>
      <p:sp>
        <p:nvSpPr>
          <p:cNvPr id="19" name="Text 16"/>
          <p:cNvSpPr/>
          <p:nvPr/>
        </p:nvSpPr>
        <p:spPr>
          <a:xfrm>
            <a:off x="1734741" y="2705001"/>
            <a:ext cx="318849" cy="26541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80"/>
                </a:solidFill>
                <a:latin typeface="Noto Sans JP" pitchFamily="34" charset="0"/>
                <a:ea typeface="Noto Sans JP" pitchFamily="34" charset="-122"/>
                <a:cs typeface="Noto Sans JP" pitchFamily="34" charset="-120"/>
              </a:rPr>
              <a:t>SSH</a:t>
            </a:r>
            <a:endParaRPr lang="en-US" sz="1100" dirty="0"/>
          </a:p>
        </p:txBody>
      </p:sp>
      <p:sp>
        <p:nvSpPr>
          <p:cNvPr id="20" name="Text 17"/>
          <p:cNvSpPr/>
          <p:nvPr/>
        </p:nvSpPr>
        <p:spPr>
          <a:xfrm>
            <a:off x="2152848" y="2705001"/>
            <a:ext cx="836890" cy="26541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80"/>
                </a:solidFill>
                <a:latin typeface="Noto Sans JP" pitchFamily="34" charset="0"/>
                <a:ea typeface="Noto Sans JP" pitchFamily="34" charset="-122"/>
                <a:cs typeface="Noto Sans JP" pitchFamily="34" charset="-120"/>
              </a:rPr>
              <a:t>GitHub CLI</a:t>
            </a:r>
            <a:endParaRPr lang="en-US" sz="1100" dirty="0"/>
          </a:p>
        </p:txBody>
      </p:sp>
      <p:sp>
        <p:nvSpPr>
          <p:cNvPr id="21" name="Text 18"/>
          <p:cNvSpPr/>
          <p:nvPr/>
        </p:nvSpPr>
        <p:spPr>
          <a:xfrm>
            <a:off x="1127125" y="3024386"/>
            <a:ext cx="3663950" cy="260350"/>
          </a:xfrm>
          <a:prstGeom prst="roundRect">
            <a:avLst>
              <a:gd name="adj" fmla="val 13415"/>
            </a:avLst>
          </a:prstGeom>
          <a:noFill/>
          <a:ln w="6350">
            <a:solidFill>
              <a:srgbClr val="D0D7DE"/>
            </a:solidFill>
            <a:prstDash val="solid"/>
          </a:ln>
        </p:spPr>
        <p:txBody>
          <a:bodyPr wrap="none" lIns="56446" tIns="31046" rIns="0" bIns="5646" rtlCol="0" anchor="t">
            <a:normAutofit/>
          </a:bodyPr>
          <a:lstStyle/>
          <a:p>
            <a:pPr algn="l" indent="0" marL="0">
              <a:lnSpc>
                <a:spcPts val="1400"/>
              </a:lnSpc>
              <a:buNone/>
            </a:pPr>
            <a:r>
              <a:rPr lang="en-US" sz="1000" dirty="0">
                <a:solidFill>
                  <a:srgbClr val="1E1B3A"/>
                </a:solidFill>
                <a:latin typeface="JetBrains Mono" pitchFamily="49" charset="0"/>
                <a:ea typeface="JetBrains Mono" pitchFamily="49" charset="-122"/>
                <a:cs typeface="JetBrains Mono" pitchFamily="49" charset="-120"/>
              </a:rPr>
              <a:t>https://github.com/taro/kiro-…</a:t>
            </a:r>
            <a:endParaRPr lang="en-US" sz="1000" dirty="0"/>
          </a:p>
        </p:txBody>
      </p:sp>
      <p:sp>
        <p:nvSpPr>
          <p:cNvPr id="22" name="Text 19"/>
          <p:cNvSpPr/>
          <p:nvPr/>
        </p:nvSpPr>
        <p:spPr>
          <a:xfrm>
            <a:off x="4860925" y="3037086"/>
            <a:ext cx="514350" cy="234950"/>
          </a:xfrm>
          <a:prstGeom prst="roundRect">
            <a:avLst>
              <a:gd name="adj" fmla="val 14865"/>
            </a:avLst>
          </a:prstGeom>
          <a:noFill/>
          <a:ln w="6350">
            <a:solidFill>
              <a:srgbClr val="D0D7DE"/>
            </a:solidFill>
            <a:prstDash val="solid"/>
          </a:ln>
        </p:spPr>
        <p:txBody>
          <a:bodyPr wrap="none" lIns="0" tIns="0" rIns="0" bIns="0" rtlCol="0" anchor="ctr">
            <a:normAutofit/>
          </a:bodyPr>
          <a:lstStyle/>
          <a:p>
            <a:pPr algn="ctr" indent="0" marL="0">
              <a:lnSpc>
                <a:spcPts val="1400"/>
              </a:lnSpc>
              <a:buNone/>
            </a:pPr>
            <a:r>
              <a:rPr lang="en-US" sz="1000" b="1" dirty="0">
                <a:solidFill>
                  <a:srgbClr val="1E1B3A"/>
                </a:solidFill>
                <a:latin typeface="Noto Sans JP" pitchFamily="34" charset="0"/>
                <a:ea typeface="Noto Sans JP" pitchFamily="34" charset="-122"/>
                <a:cs typeface="Noto Sans JP" pitchFamily="34" charset="-120"/>
              </a:rPr>
              <a:t>コピー</a:t>
            </a:r>
            <a:endParaRPr lang="en-US" sz="1000" dirty="0"/>
          </a:p>
        </p:txBody>
      </p:sp>
      <p:sp>
        <p:nvSpPr>
          <p:cNvPr id="23" name="Text 20"/>
          <p:cNvSpPr/>
          <p:nvPr/>
        </p:nvSpPr>
        <p:spPr>
          <a:xfrm>
            <a:off x="5441950" y="302756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2</a:t>
            </a:r>
            <a:endParaRPr lang="en-US" sz="1200" dirty="0"/>
          </a:p>
        </p:txBody>
      </p:sp>
      <p:sp>
        <p:nvSpPr>
          <p:cNvPr id="24" name="Shape 21"/>
          <p:cNvSpPr/>
          <p:nvPr/>
        </p:nvSpPr>
        <p:spPr>
          <a:xfrm>
            <a:off x="6184900" y="1327150"/>
            <a:ext cx="5194300" cy="2511921"/>
          </a:xfrm>
          <a:prstGeom prst="roundRect">
            <a:avLst>
              <a:gd name="adj" fmla="val 4045"/>
            </a:avLst>
          </a:prstGeom>
          <a:solidFill>
            <a:srgbClr val="1B1A27"/>
          </a:solidFill>
          <a:ln/>
          <a:effectLst>
            <a:outerShdw sx="100000" sy="100000" kx="0" ky="0" algn="bl" rotWithShape="0" blurRad="203200" dist="76200" dir="5400000">
              <a:srgbClr val="1E1B3A">
                <a:alpha val="25000"/>
              </a:srgbClr>
            </a:outerShdw>
          </a:effectLst>
        </p:spPr>
      </p:sp>
      <p:sp>
        <p:nvSpPr>
          <p:cNvPr id="25" name="Shape 22"/>
          <p:cNvSpPr/>
          <p:nvPr/>
        </p:nvSpPr>
        <p:spPr>
          <a:xfrm>
            <a:off x="6184900" y="1327150"/>
            <a:ext cx="5194300" cy="355600"/>
          </a:xfrm>
          <a:custGeom>
            <a:avLst/>
            <a:gdLst/>
            <a:ahLst/>
            <a:cxnLst/>
            <a:rect l="l" t="t" r="r" b="b"/>
            <a:pathLst>
              <a:path w="5194300" h="355600">
                <a:moveTo>
                  <a:pt x="0" y="101600"/>
                </a:moveTo>
                <a:arcTo hR="101600" wR="101600" stAng="10800000" swAng="5400000"/>
                <a:lnTo>
                  <a:pt x="5092700" y="0"/>
                </a:lnTo>
                <a:arcTo hR="101600" wR="101600" stAng="16200000" swAng="5400000"/>
                <a:lnTo>
                  <a:pt x="5194300" y="355600"/>
                </a:lnTo>
                <a:lnTo>
                  <a:pt x="0" y="355600"/>
                </a:lnTo>
                <a:close/>
              </a:path>
            </a:pathLst>
          </a:custGeom>
          <a:solidFill>
            <a:srgbClr val="12111B"/>
          </a:solidFill>
          <a:ln/>
        </p:spPr>
      </p:sp>
      <p:sp>
        <p:nvSpPr>
          <p:cNvPr id="26" name="Text 23"/>
          <p:cNvSpPr/>
          <p:nvPr/>
        </p:nvSpPr>
        <p:spPr>
          <a:xfrm>
            <a:off x="6299200" y="1403350"/>
            <a:ext cx="436364" cy="203200"/>
          </a:xfrm>
          <a:custGeom>
            <a:avLst/>
            <a:gdLst/>
            <a:ahLst/>
            <a:cxnLst/>
            <a:rect l="l" t="t" r="r" b="b"/>
            <a:pathLst>
              <a:path w="436364" h="203200">
                <a:moveTo>
                  <a:pt x="101600" y="0"/>
                </a:moveTo>
                <a:lnTo>
                  <a:pt x="334764" y="0"/>
                </a:lnTo>
                <a:arcTo hR="101600" wR="101600" stAng="16200000" swAng="5400000"/>
                <a:lnTo>
                  <a:pt x="436364" y="101600"/>
                </a:lnTo>
                <a:arcTo hR="101600" wR="101600" stAng="0" swAng="5400000"/>
                <a:lnTo>
                  <a:pt x="101600" y="203200"/>
                </a:lnTo>
                <a:arcTo hR="101600" wR="101600" stAng="5400000" swAng="5400000"/>
                <a:lnTo>
                  <a:pt x="0" y="101600"/>
                </a:lnTo>
                <a:arcTo hR="101600" wR="101600" stAng="10800000" swAng="5400000"/>
                <a:close/>
              </a:path>
            </a:pathLst>
          </a:custGeom>
          <a:solidFill>
            <a:srgbClr val="6A4BE0"/>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Noto Sans JP" pitchFamily="34" charset="0"/>
                <a:ea typeface="Noto Sans JP" pitchFamily="34" charset="-122"/>
                <a:cs typeface="Noto Sans JP" pitchFamily="34" charset="-120"/>
              </a:rPr>
              <a:t>Kiro</a:t>
            </a:r>
            <a:endParaRPr lang="en-US" sz="1000" dirty="0"/>
          </a:p>
        </p:txBody>
      </p:sp>
      <p:sp>
        <p:nvSpPr>
          <p:cNvPr id="27" name="Text 24"/>
          <p:cNvSpPr/>
          <p:nvPr/>
        </p:nvSpPr>
        <p:spPr>
          <a:xfrm>
            <a:off x="6744650" y="1407120"/>
            <a:ext cx="3736465"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Welcome — Kiro</a:t>
            </a:r>
            <a:endParaRPr lang="en-US" sz="1100" dirty="0"/>
          </a:p>
        </p:txBody>
      </p:sp>
      <p:sp>
        <p:nvSpPr>
          <p:cNvPr id="28" name="Text 25"/>
          <p:cNvSpPr/>
          <p:nvPr/>
        </p:nvSpPr>
        <p:spPr>
          <a:xfrm>
            <a:off x="10566400" y="1407120"/>
            <a:ext cx="749300"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　□　×</a:t>
            </a:r>
            <a:endParaRPr lang="en-US" sz="1100" dirty="0"/>
          </a:p>
        </p:txBody>
      </p:sp>
      <p:sp>
        <p:nvSpPr>
          <p:cNvPr id="29" name="Text 26"/>
          <p:cNvSpPr/>
          <p:nvPr/>
        </p:nvSpPr>
        <p:spPr>
          <a:xfrm>
            <a:off x="6445250" y="1816100"/>
            <a:ext cx="4356100" cy="353020"/>
          </a:xfrm>
          <a:custGeom>
            <a:avLst/>
            <a:gdLst/>
            <a:ahLst/>
            <a:cxnLst/>
            <a:rect l="l" t="t" r="r" b="b"/>
            <a:pathLst>
              <a:path w="4356100" h="353020">
                <a:moveTo>
                  <a:pt x="44450" y="0"/>
                </a:moveTo>
                <a:lnTo>
                  <a:pt x="4311650" y="0"/>
                </a:lnTo>
                <a:arcTo hR="44450" wR="44450" stAng="16200000" swAng="5400000"/>
                <a:lnTo>
                  <a:pt x="4356100" y="353020"/>
                </a:lnTo>
                <a:lnTo>
                  <a:pt x="0" y="353020"/>
                </a:lnTo>
                <a:lnTo>
                  <a:pt x="0" y="44450"/>
                </a:lnTo>
                <a:arcTo hR="44450" wR="44450" stAng="10800000" swAng="5400000"/>
                <a:close/>
              </a:path>
            </a:pathLst>
          </a:custGeom>
          <a:solidFill>
            <a:srgbClr val="2F2C4D"/>
          </a:solidFill>
          <a:ln w="12700">
            <a:solidFill>
              <a:srgbClr val="8468EE"/>
            </a:solidFill>
            <a:prstDash val="solid"/>
          </a:ln>
        </p:spPr>
        <p:txBody>
          <a:bodyPr wrap="square" lIns="107950" tIns="57150" rIns="107950" bIns="57150" rtlCol="0" anchor="ctr">
            <a:normAutofit/>
          </a:bodyPr>
          <a:lstStyle/>
          <a:p>
            <a:pPr algn="l" indent="0" marL="0">
              <a:lnSpc>
                <a:spcPts val="1680"/>
              </a:lnSpc>
              <a:buNone/>
            </a:pPr>
            <a:r>
              <a:rPr lang="en-US" sz="1200" dirty="0">
                <a:solidFill>
                  <a:srgbClr val="F7F6FB"/>
                </a:solidFill>
                <a:latin typeface="JetBrains Mono" pitchFamily="49" charset="0"/>
                <a:ea typeface="JetBrains Mono" pitchFamily="49" charset="-122"/>
                <a:cs typeface="JetBrains Mono" pitchFamily="49" charset="-120"/>
              </a:rPr>
              <a:t>&gt; git clone</a:t>
            </a:r>
            <a:endParaRPr lang="en-US" sz="1200" dirty="0"/>
          </a:p>
        </p:txBody>
      </p:sp>
      <p:sp>
        <p:nvSpPr>
          <p:cNvPr id="30" name="Text 27"/>
          <p:cNvSpPr/>
          <p:nvPr/>
        </p:nvSpPr>
        <p:spPr>
          <a:xfrm>
            <a:off x="10871200" y="186561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3</a:t>
            </a:r>
            <a:endParaRPr lang="en-US" sz="1200" dirty="0"/>
          </a:p>
        </p:txBody>
      </p:sp>
      <p:sp>
        <p:nvSpPr>
          <p:cNvPr id="31" name="Shape 28"/>
          <p:cNvSpPr/>
          <p:nvPr/>
        </p:nvSpPr>
        <p:spPr>
          <a:xfrm>
            <a:off x="6438900" y="2175470"/>
            <a:ext cx="4686300" cy="680641"/>
          </a:xfrm>
          <a:custGeom>
            <a:avLst/>
            <a:gdLst/>
            <a:ahLst/>
            <a:cxnLst/>
            <a:rect l="l" t="t" r="r" b="b"/>
            <a:pathLst>
              <a:path w="4686300" h="680641">
                <a:moveTo>
                  <a:pt x="0" y="0"/>
                </a:moveTo>
                <a:lnTo>
                  <a:pt x="4686300" y="0"/>
                </a:lnTo>
                <a:lnTo>
                  <a:pt x="4686300" y="629841"/>
                </a:lnTo>
                <a:arcTo hR="50800" wR="50800" stAng="0" swAng="5400000"/>
                <a:lnTo>
                  <a:pt x="50800" y="680641"/>
                </a:lnTo>
                <a:arcTo hR="50800" wR="50800" stAng="5400000" swAng="5400000"/>
                <a:lnTo>
                  <a:pt x="0" y="0"/>
                </a:lnTo>
                <a:close/>
              </a:path>
            </a:pathLst>
          </a:custGeom>
          <a:solidFill>
            <a:srgbClr val="252338"/>
          </a:solidFill>
          <a:ln/>
        </p:spPr>
      </p:sp>
      <p:sp>
        <p:nvSpPr>
          <p:cNvPr id="32" name="Text 29"/>
          <p:cNvSpPr/>
          <p:nvPr/>
        </p:nvSpPr>
        <p:spPr>
          <a:xfrm>
            <a:off x="6438900" y="2175470"/>
            <a:ext cx="4686300" cy="340320"/>
          </a:xfrm>
          <a:prstGeom prst="rect">
            <a:avLst/>
          </a:prstGeom>
          <a:solidFill>
            <a:srgbClr val="3B3566"/>
          </a:solidFill>
          <a:ln/>
        </p:spPr>
        <p:txBody>
          <a:bodyPr wrap="square" lIns="101600" tIns="63500" rIns="0" bIns="38100" rtlCol="0" anchor="t">
            <a:normAutofit/>
          </a:bodyPr>
          <a:lstStyle/>
          <a:p>
            <a:pPr algn="l" indent="0" marL="0">
              <a:lnSpc>
                <a:spcPts val="1680"/>
              </a:lnSpc>
              <a:buNone/>
            </a:pPr>
            <a:r>
              <a:rPr lang="en-US" sz="1200" dirty="0">
                <a:solidFill>
                  <a:srgbClr val="F7F6FB"/>
                </a:solidFill>
                <a:latin typeface="Noto Sans JP" pitchFamily="34" charset="0"/>
                <a:ea typeface="Noto Sans JP" pitchFamily="34" charset="-122"/>
                <a:cs typeface="Noto Sans JP" pitchFamily="34" charset="-120"/>
              </a:rPr>
              <a:t>Git: Clone</a:t>
            </a:r>
            <a:endParaRPr lang="en-US" sz="1200" dirty="0"/>
          </a:p>
        </p:txBody>
      </p:sp>
      <p:sp>
        <p:nvSpPr>
          <p:cNvPr id="33" name="Text 30"/>
          <p:cNvSpPr/>
          <p:nvPr/>
        </p:nvSpPr>
        <p:spPr>
          <a:xfrm>
            <a:off x="6540500" y="2579291"/>
            <a:ext cx="46175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C97B8"/>
                </a:solidFill>
                <a:latin typeface="Noto Sans JP" pitchFamily="34" charset="0"/>
                <a:ea typeface="Noto Sans JP" pitchFamily="34" charset="-122"/>
                <a:cs typeface="Noto Sans JP" pitchFamily="34" charset="-120"/>
              </a:rPr>
              <a:t>Git: Clone (Recursive)</a:t>
            </a:r>
            <a:endParaRPr lang="en-US" sz="1200" dirty="0"/>
          </a:p>
        </p:txBody>
      </p:sp>
      <p:sp>
        <p:nvSpPr>
          <p:cNvPr id="34" name="Text 31"/>
          <p:cNvSpPr/>
          <p:nvPr/>
        </p:nvSpPr>
        <p:spPr>
          <a:xfrm>
            <a:off x="6445250" y="3014861"/>
            <a:ext cx="4356100" cy="317500"/>
          </a:xfrm>
          <a:prstGeom prst="roundRect">
            <a:avLst>
              <a:gd name="adj" fmla="val 14000"/>
            </a:avLst>
          </a:prstGeom>
          <a:solidFill>
            <a:srgbClr val="2F2C4D"/>
          </a:solidFill>
          <a:ln w="12700">
            <a:solidFill>
              <a:srgbClr val="8468EE"/>
            </a:solidFill>
            <a:prstDash val="solid"/>
          </a:ln>
        </p:spPr>
        <p:txBody>
          <a:bodyPr wrap="none" lIns="94931" tIns="44131" rIns="94931" bIns="44131" rtlCol="0" anchor="ctr">
            <a:normAutofit/>
          </a:bodyPr>
          <a:lstStyle/>
          <a:p>
            <a:pPr algn="l" indent="0" marL="0">
              <a:lnSpc>
                <a:spcPts val="1400"/>
              </a:lnSpc>
              <a:buNone/>
            </a:pPr>
            <a:r>
              <a:rPr lang="en-US" sz="1000" dirty="0">
                <a:solidFill>
                  <a:srgbClr val="F7F6FB"/>
                </a:solidFill>
                <a:latin typeface="JetBrains Mono" pitchFamily="49" charset="0"/>
                <a:ea typeface="JetBrains Mono" pitchFamily="49" charset="-122"/>
                <a:cs typeface="JetBrains Mono" pitchFamily="49" charset="-120"/>
              </a:rPr>
              <a:t>https://github.com/taro/kiro-…</a:t>
            </a:r>
            <a:endParaRPr lang="en-US" sz="1000" dirty="0"/>
          </a:p>
        </p:txBody>
      </p:sp>
      <p:sp>
        <p:nvSpPr>
          <p:cNvPr id="35" name="Text 32"/>
          <p:cNvSpPr/>
          <p:nvPr/>
        </p:nvSpPr>
        <p:spPr>
          <a:xfrm>
            <a:off x="10871200" y="304661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4</a:t>
            </a:r>
            <a:endParaRPr lang="en-US" sz="1200" dirty="0"/>
          </a:p>
        </p:txBody>
      </p:sp>
      <p:sp>
        <p:nvSpPr>
          <p:cNvPr id="36" name="Text 33"/>
          <p:cNvSpPr/>
          <p:nvPr/>
        </p:nvSpPr>
        <p:spPr>
          <a:xfrm>
            <a:off x="6438900" y="3389511"/>
            <a:ext cx="4826889"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Provide repository URL（Enter で確定）</a:t>
            </a:r>
            <a:endParaRPr lang="en-US" sz="1100" dirty="0"/>
          </a:p>
        </p:txBody>
      </p:sp>
      <p:sp>
        <p:nvSpPr>
          <p:cNvPr id="37" name="Text 34"/>
          <p:cNvSpPr/>
          <p:nvPr/>
        </p:nvSpPr>
        <p:spPr>
          <a:xfrm>
            <a:off x="812800" y="401687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1</a:t>
            </a:r>
            <a:endParaRPr lang="en-US" sz="1200" dirty="0"/>
          </a:p>
        </p:txBody>
      </p:sp>
      <p:sp>
        <p:nvSpPr>
          <p:cNvPr id="38" name="Text 35"/>
          <p:cNvSpPr/>
          <p:nvPr/>
        </p:nvSpPr>
        <p:spPr>
          <a:xfrm>
            <a:off x="1143000" y="4016871"/>
            <a:ext cx="22826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自分のリポジトリで</a:t>
            </a:r>
            <a:endParaRPr lang="en-US" sz="1200" dirty="0"/>
          </a:p>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Code を押す</a:t>
            </a:r>
            <a:endParaRPr lang="en-US" sz="1200" dirty="0"/>
          </a:p>
        </p:txBody>
      </p:sp>
      <p:sp>
        <p:nvSpPr>
          <p:cNvPr id="39" name="Text 36"/>
          <p:cNvSpPr/>
          <p:nvPr/>
        </p:nvSpPr>
        <p:spPr>
          <a:xfrm>
            <a:off x="3486150" y="401687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2</a:t>
            </a:r>
            <a:endParaRPr lang="en-US" sz="1200" dirty="0"/>
          </a:p>
        </p:txBody>
      </p:sp>
      <p:sp>
        <p:nvSpPr>
          <p:cNvPr id="40" name="Text 37"/>
          <p:cNvSpPr/>
          <p:nvPr/>
        </p:nvSpPr>
        <p:spPr>
          <a:xfrm>
            <a:off x="3816350" y="4016871"/>
            <a:ext cx="22826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HTTPS の URL をコピー</a:t>
            </a:r>
            <a:endParaRPr lang="en-US" sz="1200" dirty="0"/>
          </a:p>
        </p:txBody>
      </p:sp>
      <p:sp>
        <p:nvSpPr>
          <p:cNvPr id="41" name="Text 38"/>
          <p:cNvSpPr/>
          <p:nvPr/>
        </p:nvSpPr>
        <p:spPr>
          <a:xfrm>
            <a:off x="6159500" y="401687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3</a:t>
            </a:r>
            <a:endParaRPr lang="en-US" sz="1200" dirty="0"/>
          </a:p>
        </p:txBody>
      </p:sp>
      <p:sp>
        <p:nvSpPr>
          <p:cNvPr id="42" name="Text 39"/>
          <p:cNvSpPr/>
          <p:nvPr/>
        </p:nvSpPr>
        <p:spPr>
          <a:xfrm>
            <a:off x="6489700" y="4016871"/>
            <a:ext cx="22826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Kiro で Ctrl＋Shift＋P</a:t>
            </a:r>
            <a:endParaRPr lang="en-US" sz="1200" dirty="0"/>
          </a:p>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 Git: Clone</a:t>
            </a:r>
            <a:endParaRPr lang="en-US" sz="1200" dirty="0"/>
          </a:p>
        </p:txBody>
      </p:sp>
      <p:sp>
        <p:nvSpPr>
          <p:cNvPr id="43" name="Text 40"/>
          <p:cNvSpPr/>
          <p:nvPr/>
        </p:nvSpPr>
        <p:spPr>
          <a:xfrm>
            <a:off x="8832850" y="401687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4</a:t>
            </a:r>
            <a:endParaRPr lang="en-US" sz="1200" dirty="0"/>
          </a:p>
        </p:txBody>
      </p:sp>
      <p:sp>
        <p:nvSpPr>
          <p:cNvPr id="44" name="Text 41"/>
          <p:cNvSpPr/>
          <p:nvPr/>
        </p:nvSpPr>
        <p:spPr>
          <a:xfrm>
            <a:off x="9163050" y="4016871"/>
            <a:ext cx="228263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URL を貼って Enter →</a:t>
            </a:r>
            <a:endParaRPr lang="en-US" sz="1200" dirty="0"/>
          </a:p>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保存先を選ぶ</a:t>
            </a:r>
            <a:endParaRPr lang="en-US" sz="1200" dirty="0"/>
          </a:p>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C:\Users\＜自分＞\kiro</a:t>
            </a:r>
            <a:endParaRPr lang="en-US" sz="1200" dirty="0"/>
          </a:p>
        </p:txBody>
      </p:sp>
      <p:sp>
        <p:nvSpPr>
          <p:cNvPr id="45" name="Shape 42"/>
          <p:cNvSpPr/>
          <p:nvPr/>
        </p:nvSpPr>
        <p:spPr>
          <a:xfrm>
            <a:off x="812800" y="4834632"/>
            <a:ext cx="10566400" cy="665361"/>
          </a:xfrm>
          <a:prstGeom prst="roundRect">
            <a:avLst>
              <a:gd name="adj" fmla="val 15270"/>
            </a:avLst>
          </a:prstGeom>
          <a:solidFill>
            <a:srgbClr val="FFF1E6"/>
          </a:solidFill>
          <a:ln/>
        </p:spPr>
      </p:sp>
      <p:sp>
        <p:nvSpPr>
          <p:cNvPr id="46" name="Shape 43"/>
          <p:cNvSpPr/>
          <p:nvPr/>
        </p:nvSpPr>
        <p:spPr>
          <a:xfrm>
            <a:off x="812800" y="4834632"/>
            <a:ext cx="10566400" cy="665361"/>
          </a:xfrm>
          <a:custGeom>
            <a:avLst/>
            <a:gdLst/>
            <a:ahLst/>
            <a:cxnLst/>
            <a:rect l="l" t="t" r="r" b="b"/>
            <a:pathLst>
              <a:path w="10566400" h="665361">
                <a:moveTo>
                  <a:pt x="101600" y="665361"/>
                </a:moveTo>
                <a:lnTo>
                  <a:pt x="101600" y="665361"/>
                </a:lnTo>
                <a:arcTo hR="101600" wR="101600" stAng="5400000" swAng="5400000"/>
                <a:lnTo>
                  <a:pt x="0" y="101600"/>
                </a:lnTo>
                <a:arcTo hR="101600" wR="101600" stAng="10800000" swAng="5400000"/>
                <a:lnTo>
                  <a:pt x="101600" y="0"/>
                </a:lnTo>
                <a:arcTo hR="101600" wR="50800" stAng="16200000" swAng="-5400000"/>
                <a:lnTo>
                  <a:pt x="50800" y="563761"/>
                </a:lnTo>
                <a:arcTo hR="101600" wR="50800" stAng="10800000" swAng="-5400000"/>
                <a:close/>
              </a:path>
            </a:pathLst>
          </a:custGeom>
          <a:solidFill>
            <a:srgbClr val="E07B39"/>
          </a:solidFill>
          <a:ln/>
        </p:spPr>
      </p:sp>
      <p:pic>
        <p:nvPicPr>
          <p:cNvPr id="47" name="Image 1" descr="Warning">    </p:cNvPr>
          <p:cNvPicPr>
            <a:picLocks noChangeAspect="1"/>
          </p:cNvPicPr>
          <p:nvPr/>
        </p:nvPicPr>
        <p:blipFill>
          <a:blip r:embed="rId2"/>
          <a:srcRect l="0" r="0" t="0" b="0"/>
          <a:stretch/>
        </p:blipFill>
        <p:spPr>
          <a:xfrm>
            <a:off x="1041400" y="5040313"/>
            <a:ext cx="254000" cy="254000"/>
          </a:xfrm>
          <a:prstGeom prst="rect">
            <a:avLst/>
          </a:prstGeom>
        </p:spPr>
      </p:pic>
      <p:sp>
        <p:nvSpPr>
          <p:cNvPr id="48" name="Text 44"/>
          <p:cNvSpPr/>
          <p:nvPr/>
        </p:nvSpPr>
        <p:spPr>
          <a:xfrm>
            <a:off x="1422400" y="4936232"/>
            <a:ext cx="1007237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1B3A"/>
                </a:solidFill>
                <a:latin typeface="Noto Sans JP" pitchFamily="34" charset="0"/>
                <a:ea typeface="Noto Sans JP" pitchFamily="34" charset="-122"/>
                <a:cs typeface="Noto Sans JP" pitchFamily="34" charset="-120"/>
              </a:rPr>
              <a:t>URL は </a:t>
            </a:r>
            <a:r>
              <a:rPr lang="en-US" sz="1300" b="1" dirty="0">
                <a:solidFill>
                  <a:srgbClr val="1E1B3A"/>
                </a:solidFill>
                <a:latin typeface="Noto Sans JP" pitchFamily="34" charset="0"/>
                <a:ea typeface="Noto Sans JP" pitchFamily="34" charset="-122"/>
                <a:cs typeface="Noto Sans JP" pitchFamily="34" charset="-120"/>
              </a:rPr>
              <a:t>＜自分のユーザー名＞/kiro-handson-practice</a:t>
            </a:r>
            <a:r>
              <a:rPr lang="en-US" sz="1300" dirty="0">
                <a:solidFill>
                  <a:srgbClr val="1E1B3A"/>
                </a:solidFill>
                <a:latin typeface="Noto Sans JP" pitchFamily="34" charset="0"/>
                <a:ea typeface="Noto Sans JP" pitchFamily="34" charset="-122"/>
                <a:cs typeface="Noto Sans JP" pitchFamily="34" charset="-120"/>
              </a:rPr>
              <a:t>。</a:t>
            </a:r>
            <a:endParaRPr lang="en-US" sz="1300" dirty="0"/>
          </a:p>
          <a:p>
            <a:pPr algn="l" indent="0" marL="0">
              <a:lnSpc>
                <a:spcPts val="1820"/>
              </a:lnSpc>
              <a:buNone/>
            </a:pPr>
            <a:r>
              <a:rPr lang="en-US" sz="1300" dirty="0">
                <a:solidFill>
                  <a:srgbClr val="1E1B3A"/>
                </a:solidFill>
                <a:latin typeface="Noto Sans JP" pitchFamily="34" charset="0"/>
                <a:ea typeface="Noto Sans JP" pitchFamily="34" charset="-122"/>
                <a:cs typeface="Noto Sans JP" pitchFamily="34" charset="-120"/>
              </a:rPr>
              <a:t>初回は GitHub へのサインインを求められるので Authorize。開いたら Open → Trust を選ぶ</a:t>
            </a:r>
            <a:endParaRPr lang="en-US" sz="1300" dirty="0"/>
          </a:p>
        </p:txBody>
      </p:sp>
      <p:sp>
        <p:nvSpPr>
          <p:cNvPr id="49" name="Text 45"/>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50" name="Text 46"/>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docs/02-github-and-clone.md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776585"/>
            <a:ext cx="802184" cy="307280"/>
          </a:xfrm>
          <a:custGeom>
            <a:avLst/>
            <a:gdLst/>
            <a:ahLst/>
            <a:cxnLst/>
            <a:rect l="l" t="t" r="r" b="b"/>
            <a:pathLst>
              <a:path w="802184" h="307280">
                <a:moveTo>
                  <a:pt x="153640" y="0"/>
                </a:moveTo>
                <a:lnTo>
                  <a:pt x="648543" y="0"/>
                </a:lnTo>
                <a:arcTo hR="153640" wR="153640" stAng="16200000" swAng="5400000"/>
                <a:lnTo>
                  <a:pt x="802184"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STEP 2</a:t>
            </a:r>
            <a:endParaRPr lang="en-US" sz="1300" dirty="0"/>
          </a:p>
        </p:txBody>
      </p:sp>
      <p:sp>
        <p:nvSpPr>
          <p:cNvPr id="3" name="Text 1"/>
          <p:cNvSpPr/>
          <p:nvPr/>
        </p:nvSpPr>
        <p:spPr>
          <a:xfrm>
            <a:off x="1716584" y="776585"/>
            <a:ext cx="590153" cy="307280"/>
          </a:xfrm>
          <a:custGeom>
            <a:avLst/>
            <a:gdLst/>
            <a:ahLst/>
            <a:cxnLst/>
            <a:rect l="l" t="t" r="r" b="b"/>
            <a:pathLst>
              <a:path w="590153" h="307280">
                <a:moveTo>
                  <a:pt x="153640" y="0"/>
                </a:moveTo>
                <a:lnTo>
                  <a:pt x="436513" y="0"/>
                </a:lnTo>
                <a:arcTo hR="153640" wR="153640" stAng="16200000" swAng="5400000"/>
                <a:lnTo>
                  <a:pt x="590153"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Kiro</a:t>
            </a:r>
            <a:endParaRPr lang="en-US" sz="1300" dirty="0"/>
          </a:p>
        </p:txBody>
      </p:sp>
      <p:sp>
        <p:nvSpPr>
          <p:cNvPr id="4" name="Text 2"/>
          <p:cNvSpPr/>
          <p:nvPr>
            <p:ph type="title"/>
          </p:nvPr>
        </p:nvSpPr>
        <p:spPr>
          <a:xfrm>
            <a:off x="2408337" y="711200"/>
            <a:ext cx="6144697"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ブランチは Kiro に頼んで作る</a:t>
            </a:r>
            <a:endParaRPr lang="en-US" sz="3000" dirty="0"/>
          </a:p>
        </p:txBody>
      </p:sp>
      <p:sp>
        <p:nvSpPr>
          <p:cNvPr id="5" name="Shape 3"/>
          <p:cNvSpPr/>
          <p:nvPr/>
        </p:nvSpPr>
        <p:spPr>
          <a:xfrm>
            <a:off x="812800" y="1352550"/>
            <a:ext cx="6604000" cy="3273921"/>
          </a:xfrm>
          <a:prstGeom prst="roundRect">
            <a:avLst>
              <a:gd name="adj" fmla="val 3103"/>
            </a:avLst>
          </a:prstGeom>
          <a:solidFill>
            <a:srgbClr val="1B1A27"/>
          </a:solidFill>
          <a:ln/>
          <a:effectLst>
            <a:outerShdw sx="100000" sy="100000" kx="0" ky="0" algn="bl" rotWithShape="0" blurRad="203200" dist="76200" dir="5400000">
              <a:srgbClr val="1E1B3A">
                <a:alpha val="25000"/>
              </a:srgbClr>
            </a:outerShdw>
          </a:effectLst>
        </p:spPr>
      </p:sp>
      <p:sp>
        <p:nvSpPr>
          <p:cNvPr id="6" name="Shape 4"/>
          <p:cNvSpPr/>
          <p:nvPr/>
        </p:nvSpPr>
        <p:spPr>
          <a:xfrm>
            <a:off x="812800" y="1352550"/>
            <a:ext cx="6604000" cy="355600"/>
          </a:xfrm>
          <a:custGeom>
            <a:avLst/>
            <a:gdLst/>
            <a:ahLst/>
            <a:cxnLst/>
            <a:rect l="l" t="t" r="r" b="b"/>
            <a:pathLst>
              <a:path w="6604000" h="355600">
                <a:moveTo>
                  <a:pt x="0" y="101600"/>
                </a:moveTo>
                <a:arcTo hR="101600" wR="101600" stAng="10800000" swAng="5400000"/>
                <a:lnTo>
                  <a:pt x="6502400" y="0"/>
                </a:lnTo>
                <a:arcTo hR="101600" wR="101600" stAng="16200000" swAng="5400000"/>
                <a:lnTo>
                  <a:pt x="6604000" y="355600"/>
                </a:lnTo>
                <a:lnTo>
                  <a:pt x="0" y="355600"/>
                </a:lnTo>
                <a:close/>
              </a:path>
            </a:pathLst>
          </a:custGeom>
          <a:solidFill>
            <a:srgbClr val="12111B"/>
          </a:solidFill>
          <a:ln/>
        </p:spPr>
      </p:sp>
      <p:sp>
        <p:nvSpPr>
          <p:cNvPr id="7" name="Text 5"/>
          <p:cNvSpPr/>
          <p:nvPr/>
        </p:nvSpPr>
        <p:spPr>
          <a:xfrm>
            <a:off x="927100" y="1428750"/>
            <a:ext cx="436364" cy="203200"/>
          </a:xfrm>
          <a:custGeom>
            <a:avLst/>
            <a:gdLst/>
            <a:ahLst/>
            <a:cxnLst/>
            <a:rect l="l" t="t" r="r" b="b"/>
            <a:pathLst>
              <a:path w="436364" h="203200">
                <a:moveTo>
                  <a:pt x="101600" y="0"/>
                </a:moveTo>
                <a:lnTo>
                  <a:pt x="334764" y="0"/>
                </a:lnTo>
                <a:arcTo hR="101600" wR="101600" stAng="16200000" swAng="5400000"/>
                <a:lnTo>
                  <a:pt x="436364" y="101600"/>
                </a:lnTo>
                <a:arcTo hR="101600" wR="101600" stAng="0" swAng="5400000"/>
                <a:lnTo>
                  <a:pt x="101600" y="203200"/>
                </a:lnTo>
                <a:arcTo hR="101600" wR="101600" stAng="5400000" swAng="5400000"/>
                <a:lnTo>
                  <a:pt x="0" y="101600"/>
                </a:lnTo>
                <a:arcTo hR="101600" wR="101600" stAng="10800000" swAng="5400000"/>
                <a:close/>
              </a:path>
            </a:pathLst>
          </a:custGeom>
          <a:solidFill>
            <a:srgbClr val="6A4BE0"/>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Noto Sans JP" pitchFamily="34" charset="0"/>
                <a:ea typeface="Noto Sans JP" pitchFamily="34" charset="-122"/>
                <a:cs typeface="Noto Sans JP" pitchFamily="34" charset="-120"/>
              </a:rPr>
              <a:t>Kiro</a:t>
            </a:r>
            <a:endParaRPr lang="en-US" sz="1000" dirty="0"/>
          </a:p>
        </p:txBody>
      </p:sp>
      <p:sp>
        <p:nvSpPr>
          <p:cNvPr id="8" name="Text 6"/>
          <p:cNvSpPr/>
          <p:nvPr/>
        </p:nvSpPr>
        <p:spPr>
          <a:xfrm>
            <a:off x="1351404" y="1432520"/>
            <a:ext cx="5188456"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kiro-handson-practice — Kiro</a:t>
            </a:r>
            <a:endParaRPr lang="en-US" sz="1100" dirty="0"/>
          </a:p>
        </p:txBody>
      </p:sp>
      <p:sp>
        <p:nvSpPr>
          <p:cNvPr id="9" name="Text 7"/>
          <p:cNvSpPr/>
          <p:nvPr/>
        </p:nvSpPr>
        <p:spPr>
          <a:xfrm>
            <a:off x="6604000" y="1432520"/>
            <a:ext cx="749300"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　□　×</a:t>
            </a:r>
            <a:endParaRPr lang="en-US" sz="1100" dirty="0"/>
          </a:p>
        </p:txBody>
      </p:sp>
      <p:sp>
        <p:nvSpPr>
          <p:cNvPr id="10" name="Shape 8"/>
          <p:cNvSpPr/>
          <p:nvPr/>
        </p:nvSpPr>
        <p:spPr>
          <a:xfrm>
            <a:off x="812800" y="1708150"/>
            <a:ext cx="1270000" cy="2588121"/>
          </a:xfrm>
          <a:prstGeom prst="rect">
            <a:avLst/>
          </a:prstGeom>
          <a:solidFill>
            <a:srgbClr val="201E2E"/>
          </a:solidFill>
          <a:ln/>
        </p:spPr>
      </p:sp>
      <p:sp>
        <p:nvSpPr>
          <p:cNvPr id="11" name="Text 9"/>
          <p:cNvSpPr/>
          <p:nvPr/>
        </p:nvSpPr>
        <p:spPr>
          <a:xfrm>
            <a:off x="914400" y="1822450"/>
            <a:ext cx="1117600"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9C97B8"/>
                </a:solidFill>
                <a:latin typeface="Noto Sans JP" pitchFamily="34" charset="0"/>
                <a:ea typeface="Noto Sans JP" pitchFamily="34" charset="-122"/>
                <a:cs typeface="Noto Sans JP" pitchFamily="34" charset="-120"/>
              </a:rPr>
              <a:t>EXPLORER</a:t>
            </a:r>
            <a:endParaRPr lang="en-US" sz="1100" dirty="0"/>
          </a:p>
        </p:txBody>
      </p:sp>
      <p:sp>
        <p:nvSpPr>
          <p:cNvPr id="12" name="Text 10"/>
          <p:cNvSpPr/>
          <p:nvPr/>
        </p:nvSpPr>
        <p:spPr>
          <a:xfrm>
            <a:off x="914400" y="2081510"/>
            <a:ext cx="11176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D9D4F0"/>
                </a:solidFill>
                <a:latin typeface="Noto Sans JP" pitchFamily="34" charset="0"/>
                <a:ea typeface="Noto Sans JP" pitchFamily="34" charset="-122"/>
                <a:cs typeface="Noto Sans JP" pitchFamily="34" charset="-120"/>
              </a:rPr>
              <a:t>▸ docs</a:t>
            </a:r>
            <a:endParaRPr lang="en-US" sz="1100" dirty="0"/>
          </a:p>
        </p:txBody>
      </p:sp>
      <p:sp>
        <p:nvSpPr>
          <p:cNvPr id="13" name="Text 11"/>
          <p:cNvSpPr/>
          <p:nvPr/>
        </p:nvSpPr>
        <p:spPr>
          <a:xfrm>
            <a:off x="914400" y="2340570"/>
            <a:ext cx="11176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D9D4F0"/>
                </a:solidFill>
                <a:latin typeface="Noto Sans JP" pitchFamily="34" charset="0"/>
                <a:ea typeface="Noto Sans JP" pitchFamily="34" charset="-122"/>
                <a:cs typeface="Noto Sans JP" pitchFamily="34" charset="-120"/>
              </a:rPr>
              <a:t>▸ materials</a:t>
            </a:r>
            <a:endParaRPr lang="en-US" sz="1100" dirty="0"/>
          </a:p>
        </p:txBody>
      </p:sp>
      <p:sp>
        <p:nvSpPr>
          <p:cNvPr id="14" name="Text 12"/>
          <p:cNvSpPr/>
          <p:nvPr/>
        </p:nvSpPr>
        <p:spPr>
          <a:xfrm>
            <a:off x="914400" y="2599630"/>
            <a:ext cx="11176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D9D4F0"/>
                </a:solidFill>
                <a:latin typeface="Noto Sans JP" pitchFamily="34" charset="0"/>
                <a:ea typeface="Noto Sans JP" pitchFamily="34" charset="-122"/>
                <a:cs typeface="Noto Sans JP" pitchFamily="34" charset="-120"/>
              </a:rPr>
              <a:t>README.md</a:t>
            </a:r>
            <a:endParaRPr lang="en-US" sz="1100" dirty="0"/>
          </a:p>
        </p:txBody>
      </p:sp>
      <p:sp>
        <p:nvSpPr>
          <p:cNvPr id="15" name="Shape 13"/>
          <p:cNvSpPr/>
          <p:nvPr/>
        </p:nvSpPr>
        <p:spPr>
          <a:xfrm>
            <a:off x="2082800" y="1708150"/>
            <a:ext cx="5334000" cy="2588121"/>
          </a:xfrm>
          <a:prstGeom prst="rect">
            <a:avLst/>
          </a:prstGeom>
          <a:solidFill>
            <a:srgbClr val="23213A"/>
          </a:solidFill>
          <a:ln/>
        </p:spPr>
      </p:sp>
      <p:sp>
        <p:nvSpPr>
          <p:cNvPr id="16" name="Text 14"/>
          <p:cNvSpPr/>
          <p:nvPr/>
        </p:nvSpPr>
        <p:spPr>
          <a:xfrm>
            <a:off x="2235200" y="1835150"/>
            <a:ext cx="5180076"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9C97B8"/>
                </a:solidFill>
                <a:latin typeface="Noto Sans JP" pitchFamily="34" charset="0"/>
                <a:ea typeface="Noto Sans JP" pitchFamily="34" charset="-122"/>
                <a:cs typeface="Noto Sans JP" pitchFamily="34" charset="-120"/>
              </a:rPr>
              <a:t>チャット</a:t>
            </a:r>
            <a:endParaRPr lang="en-US" sz="1100" dirty="0"/>
          </a:p>
        </p:txBody>
      </p:sp>
      <p:sp>
        <p:nvSpPr>
          <p:cNvPr id="17" name="Text 15"/>
          <p:cNvSpPr/>
          <p:nvPr/>
        </p:nvSpPr>
        <p:spPr>
          <a:xfrm>
            <a:off x="3708400" y="2132310"/>
            <a:ext cx="3556000" cy="609600"/>
          </a:xfrm>
          <a:prstGeom prst="roundRect">
            <a:avLst>
              <a:gd name="adj" fmla="val 12500"/>
            </a:avLst>
          </a:prstGeom>
          <a:solidFill>
            <a:srgbClr val="3B3566"/>
          </a:solidFill>
          <a:ln/>
        </p:spPr>
        <p:txBody>
          <a:bodyPr wrap="square" lIns="91982" tIns="53882" rIns="0" bIns="28482" rtlCol="0" anchor="t">
            <a:normAutofit/>
          </a:bodyPr>
          <a:lstStyle/>
          <a:p>
            <a:pPr algn="l" indent="0" marL="0">
              <a:lnSpc>
                <a:spcPts val="1800"/>
              </a:lnSpc>
              <a:buNone/>
            </a:pPr>
            <a:r>
              <a:rPr lang="en-US" sz="1200" dirty="0">
                <a:solidFill>
                  <a:srgbClr val="F7F6FB"/>
                </a:solidFill>
                <a:latin typeface="Noto Sans JP" pitchFamily="34" charset="0"/>
                <a:ea typeface="Noto Sans JP" pitchFamily="34" charset="-122"/>
                <a:cs typeface="Noto Sans JP" pitchFamily="34" charset="-120"/>
              </a:rPr>
              <a:t>practice/taro という名前のブランチを作って、</a:t>
            </a:r>
            <a:endParaRPr lang="en-US" sz="1200" dirty="0"/>
          </a:p>
          <a:p>
            <a:pPr algn="l" indent="0" marL="0">
              <a:lnSpc>
                <a:spcPts val="1800"/>
              </a:lnSpc>
              <a:buNone/>
            </a:pPr>
            <a:r>
              <a:rPr lang="en-US" sz="1200" dirty="0">
                <a:solidFill>
                  <a:srgbClr val="F7F6FB"/>
                </a:solidFill>
                <a:latin typeface="Noto Sans JP" pitchFamily="34" charset="0"/>
                <a:ea typeface="Noto Sans JP" pitchFamily="34" charset="-122"/>
                <a:cs typeface="Noto Sans JP" pitchFamily="34" charset="-120"/>
              </a:rPr>
              <a:t>そのブランチに切り替えてください。</a:t>
            </a:r>
            <a:endParaRPr lang="en-US" sz="1200" dirty="0"/>
          </a:p>
        </p:txBody>
      </p:sp>
      <p:sp>
        <p:nvSpPr>
          <p:cNvPr id="18" name="Text 16"/>
          <p:cNvSpPr/>
          <p:nvPr/>
        </p:nvSpPr>
        <p:spPr>
          <a:xfrm>
            <a:off x="2235200" y="2843510"/>
            <a:ext cx="51800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4F0"/>
                </a:solidFill>
                <a:latin typeface="Noto Sans JP" pitchFamily="34" charset="0"/>
                <a:ea typeface="Noto Sans JP" pitchFamily="34" charset="-122"/>
                <a:cs typeface="Noto Sans JP" pitchFamily="34" charset="-120"/>
              </a:rPr>
              <a:t>ブランチを作成して切り替えます。</a:t>
            </a:r>
            <a:endParaRPr lang="en-US" sz="1200" dirty="0"/>
          </a:p>
        </p:txBody>
      </p:sp>
      <p:sp>
        <p:nvSpPr>
          <p:cNvPr id="19" name="Shape 17"/>
          <p:cNvSpPr/>
          <p:nvPr/>
        </p:nvSpPr>
        <p:spPr>
          <a:xfrm>
            <a:off x="2241550" y="3164780"/>
            <a:ext cx="4686300" cy="998141"/>
          </a:xfrm>
          <a:prstGeom prst="roundRect">
            <a:avLst>
              <a:gd name="adj" fmla="val 6998"/>
            </a:avLst>
          </a:prstGeom>
          <a:solidFill>
            <a:srgbClr val="15141F"/>
          </a:solidFill>
          <a:ln w="12700">
            <a:solidFill>
              <a:srgbClr val="FFB27A"/>
            </a:solidFill>
            <a:prstDash val="solid"/>
          </a:ln>
        </p:spPr>
      </p:sp>
      <p:sp>
        <p:nvSpPr>
          <p:cNvPr id="20" name="Text 18"/>
          <p:cNvSpPr/>
          <p:nvPr/>
        </p:nvSpPr>
        <p:spPr>
          <a:xfrm>
            <a:off x="2362200" y="3260030"/>
            <a:ext cx="457835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Command</a:t>
            </a:r>
            <a:endParaRPr lang="en-US" sz="1100" dirty="0"/>
          </a:p>
        </p:txBody>
      </p:sp>
      <p:sp>
        <p:nvSpPr>
          <p:cNvPr id="21" name="Text 19"/>
          <p:cNvSpPr/>
          <p:nvPr/>
        </p:nvSpPr>
        <p:spPr>
          <a:xfrm>
            <a:off x="2362200" y="3531791"/>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9E6FF"/>
                </a:solidFill>
                <a:latin typeface="JetBrains Mono" pitchFamily="49" charset="0"/>
                <a:ea typeface="JetBrains Mono" pitchFamily="49" charset="-122"/>
                <a:cs typeface="JetBrains Mono" pitchFamily="49" charset="-120"/>
              </a:rPr>
              <a:t>git switch -c practice/taro</a:t>
            </a:r>
            <a:endParaRPr lang="en-US" sz="1200" dirty="0"/>
          </a:p>
        </p:txBody>
      </p:sp>
      <p:sp>
        <p:nvSpPr>
          <p:cNvPr id="22" name="Text 20"/>
          <p:cNvSpPr/>
          <p:nvPr/>
        </p:nvSpPr>
        <p:spPr>
          <a:xfrm>
            <a:off x="2362200" y="3821311"/>
            <a:ext cx="553244" cy="246360"/>
          </a:xfrm>
          <a:prstGeom prst="roundRect">
            <a:avLst>
              <a:gd name="adj" fmla="val 20620"/>
            </a:avLst>
          </a:prstGeom>
          <a:solidFill>
            <a:srgbClr val="6A4BE0"/>
          </a:solidFill>
          <a:ln/>
        </p:spPr>
        <p:txBody>
          <a:bodyPr wrap="none" lIns="0" tIns="0" rIns="0" bIns="0" rtlCol="0" anchor="ctr">
            <a:normAutofit/>
          </a:bodyPr>
          <a:lstStyle/>
          <a:p>
            <a:pPr algn="ctr" indent="0" marL="0">
              <a:lnSpc>
                <a:spcPts val="1540"/>
              </a:lnSpc>
              <a:buNone/>
            </a:pPr>
            <a:r>
              <a:rPr lang="en-US" sz="1100" b="1" dirty="0">
                <a:solidFill>
                  <a:srgbClr val="F7F6FB"/>
                </a:solidFill>
                <a:latin typeface="Noto Sans JP" pitchFamily="34" charset="0"/>
                <a:ea typeface="Noto Sans JP" pitchFamily="34" charset="-122"/>
                <a:cs typeface="Noto Sans JP" pitchFamily="34" charset="-120"/>
              </a:rPr>
              <a:t>Run</a:t>
            </a:r>
            <a:endParaRPr lang="en-US" sz="1100" dirty="0"/>
          </a:p>
        </p:txBody>
      </p:sp>
      <p:sp>
        <p:nvSpPr>
          <p:cNvPr id="23" name="Text 21"/>
          <p:cNvSpPr/>
          <p:nvPr/>
        </p:nvSpPr>
        <p:spPr>
          <a:xfrm>
            <a:off x="2997994" y="3827661"/>
            <a:ext cx="694035" cy="233660"/>
          </a:xfrm>
          <a:prstGeom prst="roundRect">
            <a:avLst>
              <a:gd name="adj" fmla="val 19023"/>
            </a:avLst>
          </a:prstGeom>
          <a:noFill/>
          <a:ln w="12700">
            <a:solidFill>
              <a:srgbClr val="6B6880"/>
            </a:solidFill>
            <a:prstDash val="solid"/>
          </a:ln>
        </p:spPr>
        <p:txBody>
          <a:bodyPr wrap="none" lIns="0" tIns="0" rIns="0" bIns="0" rtlCol="0" anchor="ctr">
            <a:normAutofit/>
          </a:bodyPr>
          <a:lstStyle/>
          <a:p>
            <a:pPr algn="ctr" indent="0" marL="0">
              <a:lnSpc>
                <a:spcPts val="1540"/>
              </a:lnSpc>
              <a:buNone/>
            </a:pPr>
            <a:r>
              <a:rPr lang="en-US" sz="1100" dirty="0">
                <a:solidFill>
                  <a:srgbClr val="D9D4F0"/>
                </a:solidFill>
                <a:latin typeface="Noto Sans JP" pitchFamily="34" charset="0"/>
                <a:ea typeface="Noto Sans JP" pitchFamily="34" charset="-122"/>
                <a:cs typeface="Noto Sans JP" pitchFamily="34" charset="-120"/>
              </a:rPr>
              <a:t>Reject</a:t>
            </a:r>
            <a:endParaRPr lang="en-US" sz="1100" dirty="0"/>
          </a:p>
        </p:txBody>
      </p:sp>
      <p:sp>
        <p:nvSpPr>
          <p:cNvPr id="24" name="Text 22"/>
          <p:cNvSpPr/>
          <p:nvPr/>
        </p:nvSpPr>
        <p:spPr>
          <a:xfrm>
            <a:off x="7010400" y="353685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1</a:t>
            </a:r>
            <a:endParaRPr lang="en-US" sz="1200" dirty="0"/>
          </a:p>
        </p:txBody>
      </p:sp>
      <p:sp>
        <p:nvSpPr>
          <p:cNvPr id="25" name="Shape 23"/>
          <p:cNvSpPr/>
          <p:nvPr/>
        </p:nvSpPr>
        <p:spPr>
          <a:xfrm>
            <a:off x="812800" y="4296271"/>
            <a:ext cx="6604000" cy="330200"/>
          </a:xfrm>
          <a:custGeom>
            <a:avLst/>
            <a:gdLst/>
            <a:ahLst/>
            <a:cxnLst/>
            <a:rect l="l" t="t" r="r" b="b"/>
            <a:pathLst>
              <a:path w="6604000" h="330200">
                <a:moveTo>
                  <a:pt x="6604000" y="228600"/>
                </a:moveTo>
                <a:arcTo hR="101600" wR="101600" stAng="0" swAng="5400000"/>
                <a:lnTo>
                  <a:pt x="101600" y="330200"/>
                </a:lnTo>
                <a:arcTo hR="101600" wR="101600" stAng="5400000" swAng="5400000"/>
                <a:lnTo>
                  <a:pt x="0" y="0"/>
                </a:lnTo>
                <a:lnTo>
                  <a:pt x="6604000" y="0"/>
                </a:lnTo>
                <a:close/>
              </a:path>
            </a:pathLst>
          </a:custGeom>
          <a:solidFill>
            <a:srgbClr val="6A4BE0"/>
          </a:solidFill>
          <a:ln/>
        </p:spPr>
      </p:sp>
      <p:sp>
        <p:nvSpPr>
          <p:cNvPr id="26" name="Text 24"/>
          <p:cNvSpPr/>
          <p:nvPr/>
        </p:nvSpPr>
        <p:spPr>
          <a:xfrm>
            <a:off x="933450" y="4357191"/>
            <a:ext cx="1679178" cy="208260"/>
          </a:xfrm>
          <a:prstGeom prst="roundRect">
            <a:avLst>
              <a:gd name="adj" fmla="val 15245"/>
            </a:avLst>
          </a:prstGeom>
          <a:noFill/>
          <a:ln w="12700">
            <a:solidFill>
              <a:srgbClr val="FFB27A"/>
            </a:solidFill>
            <a:prstDash val="solid"/>
          </a:ln>
        </p:spPr>
        <p:txBody>
          <a:bodyPr wrap="none" lIns="0" tIns="0" rIns="0" bIns="0" rtlCol="0" anchor="ctr">
            <a:normAutofit/>
          </a:bodyPr>
          <a:lstStyle/>
          <a:p>
            <a:pPr algn="ctr" indent="0" marL="0">
              <a:lnSpc>
                <a:spcPts val="1540"/>
              </a:lnSpc>
              <a:buNone/>
            </a:pPr>
            <a:r>
              <a:rPr lang="en-US" sz="1100" dirty="0">
                <a:solidFill>
                  <a:srgbClr val="F7F6FB"/>
                </a:solidFill>
                <a:latin typeface="Noto Sans JP" pitchFamily="34" charset="0"/>
                <a:ea typeface="Noto Sans JP" pitchFamily="34" charset="-122"/>
                <a:cs typeface="Noto Sans JP" pitchFamily="34" charset="-120"/>
              </a:rPr>
              <a:t>ブランチ：practice/taro</a:t>
            </a:r>
            <a:endParaRPr lang="en-US" sz="1100" dirty="0"/>
          </a:p>
        </p:txBody>
      </p:sp>
      <p:sp>
        <p:nvSpPr>
          <p:cNvPr id="27" name="Text 25"/>
          <p:cNvSpPr/>
          <p:nvPr/>
        </p:nvSpPr>
        <p:spPr>
          <a:xfrm>
            <a:off x="2695178" y="433437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2</a:t>
            </a:r>
            <a:endParaRPr lang="en-US" sz="1200" dirty="0"/>
          </a:p>
        </p:txBody>
      </p:sp>
      <p:sp>
        <p:nvSpPr>
          <p:cNvPr id="28" name="Text 26"/>
          <p:cNvSpPr/>
          <p:nvPr/>
        </p:nvSpPr>
        <p:spPr>
          <a:xfrm>
            <a:off x="7670800" y="1352550"/>
            <a:ext cx="38196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チャットに送る（taro は自分の名前に）</a:t>
            </a:r>
            <a:endParaRPr lang="en-US" sz="1200" dirty="0"/>
          </a:p>
        </p:txBody>
      </p:sp>
      <p:sp>
        <p:nvSpPr>
          <p:cNvPr id="29" name="Text 27"/>
          <p:cNvSpPr/>
          <p:nvPr/>
        </p:nvSpPr>
        <p:spPr>
          <a:xfrm>
            <a:off x="7670800" y="170557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1</a:t>
            </a:r>
            <a:endParaRPr lang="en-US" sz="1200" dirty="0"/>
          </a:p>
        </p:txBody>
      </p:sp>
      <p:sp>
        <p:nvSpPr>
          <p:cNvPr id="30" name="Text 28"/>
          <p:cNvSpPr/>
          <p:nvPr/>
        </p:nvSpPr>
        <p:spPr>
          <a:xfrm>
            <a:off x="8013700" y="1705570"/>
            <a:ext cx="346646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B3A"/>
                </a:solidFill>
                <a:latin typeface="Noto Sans JP" pitchFamily="34" charset="0"/>
                <a:ea typeface="Noto Sans JP" pitchFamily="34" charset="-122"/>
                <a:cs typeface="Noto Sans JP" pitchFamily="34" charset="-120"/>
              </a:rPr>
              <a:t>許可を求められたら、読んでから Run</a:t>
            </a:r>
            <a:endParaRPr lang="en-US" sz="1400" dirty="0"/>
          </a:p>
        </p:txBody>
      </p:sp>
      <p:sp>
        <p:nvSpPr>
          <p:cNvPr id="31" name="Text 29"/>
          <p:cNvSpPr/>
          <p:nvPr/>
        </p:nvSpPr>
        <p:spPr>
          <a:xfrm>
            <a:off x="8013700" y="2017911"/>
            <a:ext cx="34664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自分のブランチ名が入っているか</a:t>
            </a:r>
            <a:endParaRPr lang="en-US" sz="1200" dirty="0"/>
          </a:p>
        </p:txBody>
      </p:sp>
      <p:sp>
        <p:nvSpPr>
          <p:cNvPr id="32" name="Text 30"/>
          <p:cNvSpPr/>
          <p:nvPr/>
        </p:nvSpPr>
        <p:spPr>
          <a:xfrm>
            <a:off x="8013700" y="2294731"/>
            <a:ext cx="34664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531A"/>
                </a:solidFill>
                <a:latin typeface="Noto Sans JP" pitchFamily="34" charset="0"/>
                <a:ea typeface="Noto Sans JP" pitchFamily="34" charset="-122"/>
                <a:cs typeface="Noto Sans JP" pitchFamily="34" charset="-120"/>
              </a:rPr>
              <a:t>main を消す・上書きする → Reject して止まる</a:t>
            </a:r>
            <a:endParaRPr lang="en-US" sz="1200" dirty="0"/>
          </a:p>
        </p:txBody>
      </p:sp>
      <p:sp>
        <p:nvSpPr>
          <p:cNvPr id="33" name="Text 31"/>
          <p:cNvSpPr/>
          <p:nvPr/>
        </p:nvSpPr>
        <p:spPr>
          <a:xfrm>
            <a:off x="8013700" y="2571552"/>
            <a:ext cx="403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分からない → 「これは何をするもの？」と聞く</a:t>
            </a:r>
            <a:endParaRPr lang="en-US" sz="1200" dirty="0"/>
          </a:p>
        </p:txBody>
      </p:sp>
      <p:sp>
        <p:nvSpPr>
          <p:cNvPr id="34" name="Text 32"/>
          <p:cNvSpPr/>
          <p:nvPr/>
        </p:nvSpPr>
        <p:spPr>
          <a:xfrm>
            <a:off x="7670800" y="2924572"/>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2</a:t>
            </a:r>
            <a:endParaRPr lang="en-US" sz="1200" dirty="0"/>
          </a:p>
        </p:txBody>
      </p:sp>
      <p:sp>
        <p:nvSpPr>
          <p:cNvPr id="35" name="Text 33"/>
          <p:cNvSpPr/>
          <p:nvPr/>
        </p:nvSpPr>
        <p:spPr>
          <a:xfrm>
            <a:off x="8013700" y="2924572"/>
            <a:ext cx="346646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B3A"/>
                </a:solidFill>
                <a:latin typeface="Noto Sans JP" pitchFamily="34" charset="0"/>
                <a:ea typeface="Noto Sans JP" pitchFamily="34" charset="-122"/>
                <a:cs typeface="Noto Sans JP" pitchFamily="34" charset="-120"/>
              </a:rPr>
              <a:t>左下が practice/taro に変われば完了</a:t>
            </a:r>
            <a:endParaRPr lang="en-US" sz="1400" dirty="0"/>
          </a:p>
        </p:txBody>
      </p:sp>
      <p:sp>
        <p:nvSpPr>
          <p:cNvPr id="36" name="Text 34"/>
          <p:cNvSpPr/>
          <p:nvPr/>
        </p:nvSpPr>
        <p:spPr>
          <a:xfrm>
            <a:off x="8013700" y="3236913"/>
            <a:ext cx="34664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main のままなら、もう一度頼む</a:t>
            </a:r>
            <a:endParaRPr lang="en-US" sz="1200" dirty="0"/>
          </a:p>
        </p:txBody>
      </p:sp>
      <p:sp>
        <p:nvSpPr>
          <p:cNvPr id="37" name="Text 35"/>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38" name="Text 36"/>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docs/02-github-and-clone.md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776585"/>
            <a:ext cx="802184" cy="307280"/>
          </a:xfrm>
          <a:custGeom>
            <a:avLst/>
            <a:gdLst/>
            <a:ahLst/>
            <a:cxnLst/>
            <a:rect l="l" t="t" r="r" b="b"/>
            <a:pathLst>
              <a:path w="802184" h="307280">
                <a:moveTo>
                  <a:pt x="153640" y="0"/>
                </a:moveTo>
                <a:lnTo>
                  <a:pt x="648543" y="0"/>
                </a:lnTo>
                <a:arcTo hR="153640" wR="153640" stAng="16200000" swAng="5400000"/>
                <a:lnTo>
                  <a:pt x="802184"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STEP 3</a:t>
            </a:r>
            <a:endParaRPr lang="en-US" sz="1300" dirty="0"/>
          </a:p>
        </p:txBody>
      </p:sp>
      <p:sp>
        <p:nvSpPr>
          <p:cNvPr id="3" name="Text 1"/>
          <p:cNvSpPr/>
          <p:nvPr>
            <p:ph type="title"/>
          </p:nvPr>
        </p:nvSpPr>
        <p:spPr>
          <a:xfrm>
            <a:off x="1716584" y="711200"/>
            <a:ext cx="4384596"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良い頼み方の型は4つ</a:t>
            </a:r>
            <a:endParaRPr lang="en-US" sz="3000" dirty="0"/>
          </a:p>
        </p:txBody>
      </p:sp>
      <p:sp>
        <p:nvSpPr>
          <p:cNvPr id="4" name="Text 2"/>
          <p:cNvSpPr/>
          <p:nvPr/>
        </p:nvSpPr>
        <p:spPr>
          <a:xfrm>
            <a:off x="812800" y="1377950"/>
            <a:ext cx="2921000" cy="538460"/>
          </a:xfrm>
          <a:prstGeom prst="roundRect">
            <a:avLst>
              <a:gd name="adj" fmla="val 18869"/>
            </a:avLst>
          </a:prstGeom>
          <a:solidFill>
            <a:srgbClr val="6A4BE0"/>
          </a:solidFill>
          <a:ln/>
        </p:spPr>
        <p:txBody>
          <a:bodyPr wrap="square" lIns="148042" tIns="97242" rIns="71080" bIns="71842" rtlCol="0" anchor="t">
            <a:normAutofit/>
          </a:bodyPr>
          <a:lstStyle/>
          <a:p>
            <a:pPr algn="l" indent="0" marL="0">
              <a:lnSpc>
                <a:spcPts val="2240"/>
              </a:lnSpc>
              <a:buNone/>
            </a:pPr>
            <a:r>
              <a:rPr lang="en-US" sz="1600" b="1" dirty="0">
                <a:solidFill>
                  <a:srgbClr val="F7F6FB"/>
                </a:solidFill>
                <a:latin typeface="Noto Sans JP" pitchFamily="34" charset="0"/>
                <a:ea typeface="Noto Sans JP" pitchFamily="34" charset="-122"/>
                <a:cs typeface="Noto Sans JP" pitchFamily="34" charset="-120"/>
              </a:rPr>
              <a:t>① 役割</a:t>
            </a:r>
            <a:endParaRPr lang="en-US" sz="1600" dirty="0"/>
          </a:p>
        </p:txBody>
      </p:sp>
      <p:sp>
        <p:nvSpPr>
          <p:cNvPr id="5" name="Text 3"/>
          <p:cNvSpPr/>
          <p:nvPr/>
        </p:nvSpPr>
        <p:spPr>
          <a:xfrm>
            <a:off x="812800" y="2043410"/>
            <a:ext cx="2921000" cy="538460"/>
          </a:xfrm>
          <a:prstGeom prst="roundRect">
            <a:avLst>
              <a:gd name="adj" fmla="val 18869"/>
            </a:avLst>
          </a:prstGeom>
          <a:solidFill>
            <a:srgbClr val="8468EE"/>
          </a:solidFill>
          <a:ln/>
        </p:spPr>
        <p:txBody>
          <a:bodyPr wrap="square" lIns="148042" tIns="97242" rIns="71080" bIns="71842" rtlCol="0" anchor="t">
            <a:normAutofit/>
          </a:bodyPr>
          <a:lstStyle/>
          <a:p>
            <a:pPr algn="l" indent="0" marL="0">
              <a:lnSpc>
                <a:spcPts val="2240"/>
              </a:lnSpc>
              <a:buNone/>
            </a:pPr>
            <a:r>
              <a:rPr lang="en-US" sz="1600" b="1" dirty="0">
                <a:solidFill>
                  <a:srgbClr val="F7F6FB"/>
                </a:solidFill>
                <a:latin typeface="Noto Sans JP" pitchFamily="34" charset="0"/>
                <a:ea typeface="Noto Sans JP" pitchFamily="34" charset="-122"/>
                <a:cs typeface="Noto Sans JP" pitchFamily="34" charset="-120"/>
              </a:rPr>
              <a:t>② 資料（#ファイル名）</a:t>
            </a:r>
            <a:endParaRPr lang="en-US" sz="1600" dirty="0"/>
          </a:p>
        </p:txBody>
      </p:sp>
      <p:sp>
        <p:nvSpPr>
          <p:cNvPr id="6" name="Text 4"/>
          <p:cNvSpPr/>
          <p:nvPr/>
        </p:nvSpPr>
        <p:spPr>
          <a:xfrm>
            <a:off x="812800" y="2708870"/>
            <a:ext cx="2921000" cy="538460"/>
          </a:xfrm>
          <a:prstGeom prst="roundRect">
            <a:avLst>
              <a:gd name="adj" fmla="val 18869"/>
            </a:avLst>
          </a:prstGeom>
          <a:solidFill>
            <a:srgbClr val="ECE8FA"/>
          </a:solidFill>
          <a:ln/>
        </p:spPr>
        <p:txBody>
          <a:bodyPr wrap="square" lIns="148042" tIns="97242" rIns="71080" bIns="71842" rtlCol="0" anchor="t">
            <a:normAutofit/>
          </a:bodyPr>
          <a:lstStyle/>
          <a:p>
            <a:pPr algn="l" indent="0" marL="0">
              <a:lnSpc>
                <a:spcPts val="2240"/>
              </a:lnSpc>
              <a:buNone/>
            </a:pPr>
            <a:r>
              <a:rPr lang="en-US" sz="1600" b="1" dirty="0">
                <a:solidFill>
                  <a:srgbClr val="1E1B3A"/>
                </a:solidFill>
                <a:latin typeface="Noto Sans JP" pitchFamily="34" charset="0"/>
                <a:ea typeface="Noto Sans JP" pitchFamily="34" charset="-122"/>
                <a:cs typeface="Noto Sans JP" pitchFamily="34" charset="-120"/>
              </a:rPr>
              <a:t>③ ほしい形</a:t>
            </a:r>
            <a:endParaRPr lang="en-US" sz="1600" dirty="0"/>
          </a:p>
        </p:txBody>
      </p:sp>
      <p:sp>
        <p:nvSpPr>
          <p:cNvPr id="7" name="Text 5"/>
          <p:cNvSpPr/>
          <p:nvPr/>
        </p:nvSpPr>
        <p:spPr>
          <a:xfrm>
            <a:off x="812800" y="3374330"/>
            <a:ext cx="2921000" cy="538460"/>
          </a:xfrm>
          <a:prstGeom prst="roundRect">
            <a:avLst>
              <a:gd name="adj" fmla="val 18869"/>
            </a:avLst>
          </a:prstGeom>
          <a:solidFill>
            <a:srgbClr val="DCD3FA"/>
          </a:solidFill>
          <a:ln/>
        </p:spPr>
        <p:txBody>
          <a:bodyPr wrap="square" lIns="148042" tIns="97242" rIns="71080" bIns="71842" rtlCol="0" anchor="t">
            <a:normAutofit/>
          </a:bodyPr>
          <a:lstStyle/>
          <a:p>
            <a:pPr algn="l" indent="0" marL="0">
              <a:lnSpc>
                <a:spcPts val="2240"/>
              </a:lnSpc>
              <a:buNone/>
            </a:pPr>
            <a:r>
              <a:rPr lang="en-US" sz="1600" b="1" dirty="0">
                <a:solidFill>
                  <a:srgbClr val="1E1B3A"/>
                </a:solidFill>
                <a:latin typeface="Noto Sans JP" pitchFamily="34" charset="0"/>
                <a:ea typeface="Noto Sans JP" pitchFamily="34" charset="-122"/>
                <a:cs typeface="Noto Sans JP" pitchFamily="34" charset="-120"/>
              </a:rPr>
              <a:t>④ 守ってほしいこと</a:t>
            </a:r>
            <a:endParaRPr lang="en-US" sz="1600" dirty="0"/>
          </a:p>
        </p:txBody>
      </p:sp>
      <p:sp>
        <p:nvSpPr>
          <p:cNvPr id="8" name="Shape 6"/>
          <p:cNvSpPr/>
          <p:nvPr/>
        </p:nvSpPr>
        <p:spPr>
          <a:xfrm>
            <a:off x="3997325" y="1387475"/>
            <a:ext cx="7372350" cy="2515791"/>
          </a:xfrm>
          <a:prstGeom prst="roundRect">
            <a:avLst>
              <a:gd name="adj" fmla="val 3660"/>
            </a:avLst>
          </a:prstGeom>
          <a:solidFill>
            <a:srgbClr val="FFFFFF"/>
          </a:solidFill>
          <a:ln w="19050">
            <a:solidFill>
              <a:srgbClr val="6A4BE0"/>
            </a:solidFill>
            <a:prstDash val="solid"/>
          </a:ln>
        </p:spPr>
      </p:sp>
      <p:sp>
        <p:nvSpPr>
          <p:cNvPr id="9" name="Text 7"/>
          <p:cNvSpPr/>
          <p:nvPr/>
        </p:nvSpPr>
        <p:spPr>
          <a:xfrm>
            <a:off x="4235450" y="1600200"/>
            <a:ext cx="1479947" cy="203200"/>
          </a:xfrm>
          <a:custGeom>
            <a:avLst/>
            <a:gdLst/>
            <a:ahLst/>
            <a:cxnLst/>
            <a:rect l="l" t="t" r="r" b="b"/>
            <a:pathLst>
              <a:path w="1479947" h="203200">
                <a:moveTo>
                  <a:pt x="101600" y="0"/>
                </a:moveTo>
                <a:lnTo>
                  <a:pt x="1378347" y="0"/>
                </a:lnTo>
                <a:arcTo hR="101600" wR="101600" stAng="16200000" swAng="5400000"/>
                <a:lnTo>
                  <a:pt x="1479947" y="101600"/>
                </a:lnTo>
                <a:arcTo hR="101600" wR="101600" stAng="0" swAng="5400000"/>
                <a:lnTo>
                  <a:pt x="101600" y="203200"/>
                </a:lnTo>
                <a:arcTo hR="101600" wR="101600" stAng="5400000" swAng="5400000"/>
                <a:lnTo>
                  <a:pt x="0" y="101600"/>
                </a:lnTo>
                <a:arcTo hR="101600" wR="101600" stAng="10800000" swAng="5400000"/>
                <a:close/>
              </a:path>
            </a:pathLst>
          </a:custGeom>
          <a:solidFill>
            <a:srgbClr val="6A4BE0"/>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Noto Sans JP" pitchFamily="34" charset="0"/>
                <a:ea typeface="Noto Sans JP" pitchFamily="34" charset="-122"/>
                <a:cs typeface="Noto Sans JP" pitchFamily="34" charset="-120"/>
              </a:rPr>
              <a:t>Kiro のチャットに入力</a:t>
            </a:r>
            <a:endParaRPr lang="en-US" sz="1000" dirty="0"/>
          </a:p>
        </p:txBody>
      </p:sp>
      <p:sp>
        <p:nvSpPr>
          <p:cNvPr id="10" name="Text 8"/>
          <p:cNvSpPr/>
          <p:nvPr/>
        </p:nvSpPr>
        <p:spPr>
          <a:xfrm>
            <a:off x="4235450" y="1879600"/>
            <a:ext cx="228600"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6A4BE0"/>
                </a:solidFill>
                <a:latin typeface="Noto Sans JP" pitchFamily="34" charset="0"/>
                <a:ea typeface="Noto Sans JP" pitchFamily="34" charset="-122"/>
                <a:cs typeface="Noto Sans JP" pitchFamily="34" charset="-120"/>
              </a:rPr>
              <a:t>①</a:t>
            </a:r>
            <a:endParaRPr lang="en-US" sz="1400" dirty="0"/>
          </a:p>
        </p:txBody>
      </p:sp>
      <p:sp>
        <p:nvSpPr>
          <p:cNvPr id="11" name="Text 9"/>
          <p:cNvSpPr/>
          <p:nvPr/>
        </p:nvSpPr>
        <p:spPr>
          <a:xfrm>
            <a:off x="4489450" y="1879600"/>
            <a:ext cx="6841363"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E1B3A"/>
                </a:solidFill>
                <a:latin typeface="Noto Sans JP" pitchFamily="34" charset="0"/>
                <a:ea typeface="Noto Sans JP" pitchFamily="34" charset="-122"/>
                <a:cs typeface="Noto Sans JP" pitchFamily="34" charset="-120"/>
              </a:rPr>
              <a:t>あなたは業務部門とベンダーの間を取りまとめる担当者のアシスタントです。</a:t>
            </a:r>
            <a:endParaRPr lang="en-US" sz="1400" dirty="0"/>
          </a:p>
        </p:txBody>
      </p:sp>
      <p:sp>
        <p:nvSpPr>
          <p:cNvPr id="12" name="Text 10"/>
          <p:cNvSpPr/>
          <p:nvPr/>
        </p:nvSpPr>
        <p:spPr>
          <a:xfrm>
            <a:off x="4235450" y="2240260"/>
            <a:ext cx="228600"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6A4BE0"/>
                </a:solidFill>
                <a:latin typeface="Noto Sans JP" pitchFamily="34" charset="0"/>
                <a:ea typeface="Noto Sans JP" pitchFamily="34" charset="-122"/>
                <a:cs typeface="Noto Sans JP" pitchFamily="34" charset="-120"/>
              </a:rPr>
              <a:t>②</a:t>
            </a:r>
            <a:endParaRPr lang="en-US" sz="1400" dirty="0"/>
          </a:p>
        </p:txBody>
      </p:sp>
      <p:sp>
        <p:nvSpPr>
          <p:cNvPr id="13" name="Text 11"/>
          <p:cNvSpPr/>
          <p:nvPr/>
        </p:nvSpPr>
        <p:spPr>
          <a:xfrm>
            <a:off x="4489450" y="2240260"/>
            <a:ext cx="6841363" cy="309860"/>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1E1B3A"/>
                </a:solidFill>
                <a:latin typeface="Noto Sans JP" pitchFamily="34" charset="0"/>
                <a:ea typeface="Noto Sans JP" pitchFamily="34" charset="-122"/>
                <a:cs typeface="Noto Sans JP" pitchFamily="34" charset="-120"/>
              </a:rPr>
              <a:t>#materials/議事録_サンプル_変更依頼定例.md</a:t>
            </a:r>
            <a:r>
              <a:rPr lang="en-US" sz="1400" dirty="0">
                <a:solidFill>
                  <a:srgbClr val="1E1B3A"/>
                </a:solidFill>
                <a:latin typeface="Noto Sans JP" pitchFamily="34" charset="0"/>
                <a:ea typeface="Noto Sans JP" pitchFamily="34" charset="-122"/>
                <a:cs typeface="Noto Sans JP" pitchFamily="34" charset="-120"/>
              </a:rPr>
              <a:t> を読んで、</a:t>
            </a:r>
            <a:endParaRPr lang="en-US" sz="1400" dirty="0"/>
          </a:p>
        </p:txBody>
      </p:sp>
      <p:sp>
        <p:nvSpPr>
          <p:cNvPr id="14" name="Text 12"/>
          <p:cNvSpPr/>
          <p:nvPr/>
        </p:nvSpPr>
        <p:spPr>
          <a:xfrm>
            <a:off x="4235450" y="2600920"/>
            <a:ext cx="228600"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6A4BE0"/>
                </a:solidFill>
                <a:latin typeface="Noto Sans JP" pitchFamily="34" charset="0"/>
                <a:ea typeface="Noto Sans JP" pitchFamily="34" charset="-122"/>
                <a:cs typeface="Noto Sans JP" pitchFamily="34" charset="-120"/>
              </a:rPr>
              <a:t>③</a:t>
            </a:r>
            <a:endParaRPr lang="en-US" sz="1400" dirty="0"/>
          </a:p>
        </p:txBody>
      </p:sp>
      <p:sp>
        <p:nvSpPr>
          <p:cNvPr id="15" name="Text 13"/>
          <p:cNvSpPr/>
          <p:nvPr/>
        </p:nvSpPr>
        <p:spPr>
          <a:xfrm>
            <a:off x="4489450" y="2600920"/>
            <a:ext cx="6841363"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E1B3A"/>
                </a:solidFill>
                <a:latin typeface="Noto Sans JP" pitchFamily="34" charset="0"/>
                <a:ea typeface="Noto Sans JP" pitchFamily="34" charset="-122"/>
                <a:cs typeface="Noto Sans JP" pitchFamily="34" charset="-120"/>
              </a:rPr>
              <a:t>決まったこと／持ち越し／ToDo（担当・期限の表）に整理してください。</a:t>
            </a:r>
            <a:endParaRPr lang="en-US" sz="1400" dirty="0"/>
          </a:p>
        </p:txBody>
      </p:sp>
      <p:sp>
        <p:nvSpPr>
          <p:cNvPr id="16" name="Text 14"/>
          <p:cNvSpPr/>
          <p:nvPr/>
        </p:nvSpPr>
        <p:spPr>
          <a:xfrm>
            <a:off x="4235450" y="2961580"/>
            <a:ext cx="228600"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6A4BE0"/>
                </a:solidFill>
                <a:latin typeface="Noto Sans JP" pitchFamily="34" charset="0"/>
                <a:ea typeface="Noto Sans JP" pitchFamily="34" charset="-122"/>
                <a:cs typeface="Noto Sans JP" pitchFamily="34" charset="-120"/>
              </a:rPr>
              <a:t>④</a:t>
            </a:r>
            <a:endParaRPr lang="en-US" sz="1400" dirty="0"/>
          </a:p>
        </p:txBody>
      </p:sp>
      <p:sp>
        <p:nvSpPr>
          <p:cNvPr id="17" name="Text 15"/>
          <p:cNvSpPr/>
          <p:nvPr/>
        </p:nvSpPr>
        <p:spPr>
          <a:xfrm>
            <a:off x="4489450" y="2961580"/>
            <a:ext cx="6841363"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E1B3A"/>
                </a:solidFill>
                <a:latin typeface="Noto Sans JP" pitchFamily="34" charset="0"/>
                <a:ea typeface="Noto Sans JP" pitchFamily="34" charset="-122"/>
                <a:cs typeface="Noto Sans JP" pitchFamily="34" charset="-120"/>
              </a:rPr>
              <a:t>推測で補わず、議事録に書いてあることだけを使ってください。</a:t>
            </a:r>
            <a:endParaRPr lang="en-US" sz="1400" dirty="0"/>
          </a:p>
        </p:txBody>
      </p:sp>
      <p:sp>
        <p:nvSpPr>
          <p:cNvPr id="18" name="Text 16"/>
          <p:cNvSpPr/>
          <p:nvPr/>
        </p:nvSpPr>
        <p:spPr>
          <a:xfrm>
            <a:off x="812800" y="4141391"/>
            <a:ext cx="6604000" cy="485080"/>
          </a:xfrm>
          <a:prstGeom prst="roundRect">
            <a:avLst>
              <a:gd name="adj" fmla="val 20945"/>
            </a:avLst>
          </a:prstGeom>
          <a:solidFill>
            <a:srgbClr val="FFFFFF"/>
          </a:solidFill>
          <a:ln/>
        </p:spPr>
        <p:txBody>
          <a:bodyPr wrap="square" lIns="148042" tIns="97242" rIns="0" bIns="71842" rtlCol="0" anchor="t">
            <a:normAutofit/>
          </a:bodyPr>
          <a:lstStyle/>
          <a:p>
            <a:pPr algn="l" indent="0" marL="0">
              <a:lnSpc>
                <a:spcPts val="1820"/>
              </a:lnSpc>
              <a:buNone/>
            </a:pPr>
            <a:r>
              <a:rPr lang="en-US" sz="1300" dirty="0">
                <a:solidFill>
                  <a:srgbClr val="1E1B3A"/>
                </a:solidFill>
                <a:latin typeface="Noto Sans JP" pitchFamily="34" charset="0"/>
                <a:ea typeface="Noto Sans JP" pitchFamily="34" charset="-122"/>
                <a:cs typeface="Noto Sans JP" pitchFamily="34" charset="-120"/>
              </a:rPr>
              <a:t>演習：要約 → 頼み方を比べる → </a:t>
            </a:r>
            <a:r>
              <a:rPr lang="en-US" sz="1300" b="1" dirty="0">
                <a:solidFill>
                  <a:srgbClr val="1E1B3A"/>
                </a:solidFill>
                <a:latin typeface="Noto Sans JP" pitchFamily="34" charset="0"/>
                <a:ea typeface="Noto Sans JP" pitchFamily="34" charset="-122"/>
                <a:cs typeface="Noto Sans JP" pitchFamily="34" charset="-120"/>
              </a:rPr>
              <a:t>抜けを質問させる</a:t>
            </a:r>
            <a:r>
              <a:rPr lang="en-US" sz="1300" dirty="0">
                <a:solidFill>
                  <a:srgbClr val="1E1B3A"/>
                </a:solidFill>
                <a:latin typeface="Noto Sans JP" pitchFamily="34" charset="0"/>
                <a:ea typeface="Noto Sans JP" pitchFamily="34" charset="-122"/>
                <a:cs typeface="Noto Sans JP" pitchFamily="34" charset="-120"/>
              </a:rPr>
              <a:t> → 食い違いを探す</a:t>
            </a:r>
            <a:endParaRPr lang="en-US" sz="1300" dirty="0"/>
          </a:p>
        </p:txBody>
      </p:sp>
      <p:sp>
        <p:nvSpPr>
          <p:cNvPr id="19" name="Text 17"/>
          <p:cNvSpPr/>
          <p:nvPr/>
        </p:nvSpPr>
        <p:spPr>
          <a:xfrm>
            <a:off x="7569200" y="4141391"/>
            <a:ext cx="3810000" cy="485080"/>
          </a:xfrm>
          <a:prstGeom prst="roundRect">
            <a:avLst>
              <a:gd name="adj" fmla="val 20945"/>
            </a:avLst>
          </a:prstGeom>
          <a:solidFill>
            <a:srgbClr val="1E1B3A"/>
          </a:solidFill>
          <a:ln/>
        </p:spPr>
        <p:txBody>
          <a:bodyPr wrap="square" lIns="148042" tIns="97242" rIns="44410" bIns="71842" rtlCol="0" anchor="t">
            <a:normAutofit/>
          </a:bodyPr>
          <a:lstStyle/>
          <a:p>
            <a:pPr algn="l" indent="0" marL="0">
              <a:lnSpc>
                <a:spcPts val="1820"/>
              </a:lnSpc>
              <a:buNone/>
            </a:pPr>
            <a:r>
              <a:rPr lang="en-US" sz="1300" dirty="0">
                <a:solidFill>
                  <a:srgbClr val="F7F6FB"/>
                </a:solidFill>
                <a:latin typeface="Noto Sans JP" pitchFamily="34" charset="0"/>
                <a:ea typeface="Noto Sans JP" pitchFamily="34" charset="-122"/>
                <a:cs typeface="Noto Sans JP" pitchFamily="34" charset="-120"/>
              </a:rPr>
              <a:t>資料には、わざと食い違いを3か所入れてある</a:t>
            </a:r>
            <a:endParaRPr lang="en-US" sz="1300" dirty="0"/>
          </a:p>
        </p:txBody>
      </p:sp>
      <p:sp>
        <p:nvSpPr>
          <p:cNvPr id="20" name="Text 18"/>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21" name="Text 19"/>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docs/03-chat-basics.md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776585"/>
            <a:ext cx="802184" cy="307280"/>
          </a:xfrm>
          <a:custGeom>
            <a:avLst/>
            <a:gdLst/>
            <a:ahLst/>
            <a:cxnLst/>
            <a:rect l="l" t="t" r="r" b="b"/>
            <a:pathLst>
              <a:path w="802184" h="307280">
                <a:moveTo>
                  <a:pt x="153640" y="0"/>
                </a:moveTo>
                <a:lnTo>
                  <a:pt x="648543" y="0"/>
                </a:lnTo>
                <a:arcTo hR="153640" wR="153640" stAng="16200000" swAng="5400000"/>
                <a:lnTo>
                  <a:pt x="802184"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STEP 4</a:t>
            </a:r>
            <a:endParaRPr lang="en-US" sz="1300" dirty="0"/>
          </a:p>
        </p:txBody>
      </p:sp>
      <p:sp>
        <p:nvSpPr>
          <p:cNvPr id="3" name="Text 1"/>
          <p:cNvSpPr/>
          <p:nvPr/>
        </p:nvSpPr>
        <p:spPr>
          <a:xfrm>
            <a:off x="1716584" y="776585"/>
            <a:ext cx="590153" cy="307280"/>
          </a:xfrm>
          <a:custGeom>
            <a:avLst/>
            <a:gdLst/>
            <a:ahLst/>
            <a:cxnLst/>
            <a:rect l="l" t="t" r="r" b="b"/>
            <a:pathLst>
              <a:path w="590153" h="307280">
                <a:moveTo>
                  <a:pt x="153640" y="0"/>
                </a:moveTo>
                <a:lnTo>
                  <a:pt x="436513" y="0"/>
                </a:lnTo>
                <a:arcTo hR="153640" wR="153640" stAng="16200000" swAng="5400000"/>
                <a:lnTo>
                  <a:pt x="590153"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Kiro</a:t>
            </a:r>
            <a:endParaRPr lang="en-US" sz="1300" dirty="0"/>
          </a:p>
        </p:txBody>
      </p:sp>
      <p:sp>
        <p:nvSpPr>
          <p:cNvPr id="4" name="Text 2"/>
          <p:cNvSpPr/>
          <p:nvPr>
            <p:ph type="title"/>
          </p:nvPr>
        </p:nvSpPr>
        <p:spPr>
          <a:xfrm>
            <a:off x="2408337" y="711200"/>
            <a:ext cx="5925383"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資料の渡し方と、やり直し方</a:t>
            </a:r>
            <a:endParaRPr lang="en-US" sz="3000" dirty="0"/>
          </a:p>
        </p:txBody>
      </p:sp>
      <p:sp>
        <p:nvSpPr>
          <p:cNvPr id="5" name="Shape 3"/>
          <p:cNvSpPr/>
          <p:nvPr/>
        </p:nvSpPr>
        <p:spPr>
          <a:xfrm>
            <a:off x="812800" y="1352550"/>
            <a:ext cx="6604000" cy="2880221"/>
          </a:xfrm>
          <a:prstGeom prst="roundRect">
            <a:avLst>
              <a:gd name="adj" fmla="val 3528"/>
            </a:avLst>
          </a:prstGeom>
          <a:solidFill>
            <a:srgbClr val="1B1A27"/>
          </a:solidFill>
          <a:ln/>
          <a:effectLst>
            <a:outerShdw sx="100000" sy="100000" kx="0" ky="0" algn="bl" rotWithShape="0" blurRad="203200" dist="76200" dir="5400000">
              <a:srgbClr val="1E1B3A">
                <a:alpha val="25000"/>
              </a:srgbClr>
            </a:outerShdw>
          </a:effectLst>
        </p:spPr>
      </p:sp>
      <p:sp>
        <p:nvSpPr>
          <p:cNvPr id="6" name="Shape 4"/>
          <p:cNvSpPr/>
          <p:nvPr/>
        </p:nvSpPr>
        <p:spPr>
          <a:xfrm>
            <a:off x="812800" y="1352550"/>
            <a:ext cx="6604000" cy="355600"/>
          </a:xfrm>
          <a:custGeom>
            <a:avLst/>
            <a:gdLst/>
            <a:ahLst/>
            <a:cxnLst/>
            <a:rect l="l" t="t" r="r" b="b"/>
            <a:pathLst>
              <a:path w="6604000" h="355600">
                <a:moveTo>
                  <a:pt x="0" y="101600"/>
                </a:moveTo>
                <a:arcTo hR="101600" wR="101600" stAng="10800000" swAng="5400000"/>
                <a:lnTo>
                  <a:pt x="6502400" y="0"/>
                </a:lnTo>
                <a:arcTo hR="101600" wR="101600" stAng="16200000" swAng="5400000"/>
                <a:lnTo>
                  <a:pt x="6604000" y="355600"/>
                </a:lnTo>
                <a:lnTo>
                  <a:pt x="0" y="355600"/>
                </a:lnTo>
                <a:close/>
              </a:path>
            </a:pathLst>
          </a:custGeom>
          <a:solidFill>
            <a:srgbClr val="12111B"/>
          </a:solidFill>
          <a:ln/>
        </p:spPr>
      </p:sp>
      <p:sp>
        <p:nvSpPr>
          <p:cNvPr id="7" name="Text 5"/>
          <p:cNvSpPr/>
          <p:nvPr/>
        </p:nvSpPr>
        <p:spPr>
          <a:xfrm>
            <a:off x="927100" y="1428750"/>
            <a:ext cx="436364" cy="203200"/>
          </a:xfrm>
          <a:custGeom>
            <a:avLst/>
            <a:gdLst/>
            <a:ahLst/>
            <a:cxnLst/>
            <a:rect l="l" t="t" r="r" b="b"/>
            <a:pathLst>
              <a:path w="436364" h="203200">
                <a:moveTo>
                  <a:pt x="101600" y="0"/>
                </a:moveTo>
                <a:lnTo>
                  <a:pt x="334764" y="0"/>
                </a:lnTo>
                <a:arcTo hR="101600" wR="101600" stAng="16200000" swAng="5400000"/>
                <a:lnTo>
                  <a:pt x="436364" y="101600"/>
                </a:lnTo>
                <a:arcTo hR="101600" wR="101600" stAng="0" swAng="5400000"/>
                <a:lnTo>
                  <a:pt x="101600" y="203200"/>
                </a:lnTo>
                <a:arcTo hR="101600" wR="101600" stAng="5400000" swAng="5400000"/>
                <a:lnTo>
                  <a:pt x="0" y="101600"/>
                </a:lnTo>
                <a:arcTo hR="101600" wR="101600" stAng="10800000" swAng="5400000"/>
                <a:close/>
              </a:path>
            </a:pathLst>
          </a:custGeom>
          <a:solidFill>
            <a:srgbClr val="6A4BE0"/>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Noto Sans JP" pitchFamily="34" charset="0"/>
                <a:ea typeface="Noto Sans JP" pitchFamily="34" charset="-122"/>
                <a:cs typeface="Noto Sans JP" pitchFamily="34" charset="-120"/>
              </a:rPr>
              <a:t>Kiro</a:t>
            </a:r>
            <a:endParaRPr lang="en-US" sz="1000" dirty="0"/>
          </a:p>
        </p:txBody>
      </p:sp>
      <p:sp>
        <p:nvSpPr>
          <p:cNvPr id="8" name="Text 6"/>
          <p:cNvSpPr/>
          <p:nvPr/>
        </p:nvSpPr>
        <p:spPr>
          <a:xfrm>
            <a:off x="1351404" y="1432520"/>
            <a:ext cx="5188456"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kiro-handson-practice — Kiro</a:t>
            </a:r>
            <a:endParaRPr lang="en-US" sz="1100" dirty="0"/>
          </a:p>
        </p:txBody>
      </p:sp>
      <p:sp>
        <p:nvSpPr>
          <p:cNvPr id="9" name="Text 7"/>
          <p:cNvSpPr/>
          <p:nvPr/>
        </p:nvSpPr>
        <p:spPr>
          <a:xfrm>
            <a:off x="6604000" y="1432520"/>
            <a:ext cx="749300"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　□　×</a:t>
            </a:r>
            <a:endParaRPr lang="en-US" sz="1100" dirty="0"/>
          </a:p>
        </p:txBody>
      </p:sp>
      <p:sp>
        <p:nvSpPr>
          <p:cNvPr id="10" name="Shape 8"/>
          <p:cNvSpPr/>
          <p:nvPr/>
        </p:nvSpPr>
        <p:spPr>
          <a:xfrm>
            <a:off x="812800" y="1708150"/>
            <a:ext cx="3175000" cy="2524621"/>
          </a:xfrm>
          <a:custGeom>
            <a:avLst/>
            <a:gdLst/>
            <a:ahLst/>
            <a:cxnLst/>
            <a:rect l="l" t="t" r="r" b="b"/>
            <a:pathLst>
              <a:path w="3175000" h="2524621">
                <a:moveTo>
                  <a:pt x="101600" y="2524621"/>
                </a:moveTo>
                <a:arcTo hR="101600" wR="101600" stAng="5400000" swAng="5400000"/>
                <a:lnTo>
                  <a:pt x="0" y="0"/>
                </a:lnTo>
                <a:lnTo>
                  <a:pt x="3175000" y="0"/>
                </a:lnTo>
                <a:lnTo>
                  <a:pt x="3175000" y="2524621"/>
                </a:lnTo>
                <a:close/>
              </a:path>
            </a:pathLst>
          </a:custGeom>
          <a:solidFill>
            <a:srgbClr val="1B1A27"/>
          </a:solidFill>
          <a:ln/>
        </p:spPr>
      </p:sp>
      <p:sp>
        <p:nvSpPr>
          <p:cNvPr id="11" name="Text 9"/>
          <p:cNvSpPr/>
          <p:nvPr/>
        </p:nvSpPr>
        <p:spPr>
          <a:xfrm>
            <a:off x="939800" y="1822450"/>
            <a:ext cx="300863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summary.md</a:t>
            </a:r>
            <a:endParaRPr lang="en-US" sz="1100" dirty="0"/>
          </a:p>
        </p:txBody>
      </p:sp>
      <p:sp>
        <p:nvSpPr>
          <p:cNvPr id="12" name="Text 10"/>
          <p:cNvSpPr/>
          <p:nvPr/>
        </p:nvSpPr>
        <p:spPr>
          <a:xfrm>
            <a:off x="939800" y="2068810"/>
            <a:ext cx="2921000" cy="246360"/>
          </a:xfrm>
          <a:prstGeom prst="rect">
            <a:avLst/>
          </a:prstGeom>
          <a:solidFill>
            <a:srgbClr val="4A1F2A"/>
          </a:solidFill>
          <a:ln/>
        </p:spPr>
        <p:txBody>
          <a:bodyPr wrap="square" lIns="63500" tIns="25400" rIns="0" bIns="0" rtlCol="0" anchor="t">
            <a:normAutofit/>
          </a:bodyPr>
          <a:lstStyle/>
          <a:p>
            <a:pPr algn="l" indent="0" marL="0">
              <a:lnSpc>
                <a:spcPts val="1540"/>
              </a:lnSpc>
              <a:buNone/>
            </a:pPr>
            <a:r>
              <a:rPr lang="en-US" sz="1100" dirty="0">
                <a:solidFill>
                  <a:srgbClr val="F7F6FB"/>
                </a:solidFill>
                <a:latin typeface="JetBrains Mono" pitchFamily="49" charset="0"/>
                <a:ea typeface="JetBrains Mono" pitchFamily="49" charset="-122"/>
                <a:cs typeface="JetBrains Mono" pitchFamily="49" charset="-120"/>
              </a:rPr>
              <a:t>- 決定事項は 5 件…</a:t>
            </a:r>
            <a:endParaRPr lang="en-US" sz="1100" dirty="0"/>
          </a:p>
        </p:txBody>
      </p:sp>
      <p:sp>
        <p:nvSpPr>
          <p:cNvPr id="13" name="Text 11"/>
          <p:cNvSpPr/>
          <p:nvPr/>
        </p:nvSpPr>
        <p:spPr>
          <a:xfrm>
            <a:off x="939800" y="2365970"/>
            <a:ext cx="2921000" cy="246360"/>
          </a:xfrm>
          <a:prstGeom prst="rect">
            <a:avLst/>
          </a:prstGeom>
          <a:solidFill>
            <a:srgbClr val="1F4A33"/>
          </a:solidFill>
          <a:ln/>
        </p:spPr>
        <p:txBody>
          <a:bodyPr wrap="square" lIns="63500" tIns="25400" rIns="0" bIns="0" rtlCol="0" anchor="t">
            <a:normAutofit/>
          </a:bodyPr>
          <a:lstStyle/>
          <a:p>
            <a:pPr algn="l" indent="0" marL="0">
              <a:lnSpc>
                <a:spcPts val="1540"/>
              </a:lnSpc>
              <a:buNone/>
            </a:pPr>
            <a:r>
              <a:rPr lang="en-US" sz="1100" dirty="0">
                <a:solidFill>
                  <a:srgbClr val="F7F6FB"/>
                </a:solidFill>
                <a:latin typeface="JetBrains Mono" pitchFamily="49" charset="0"/>
                <a:ea typeface="JetBrains Mono" pitchFamily="49" charset="-122"/>
                <a:cs typeface="JetBrains Mono" pitchFamily="49" charset="-120"/>
              </a:rPr>
              <a:t>+ 決まったこと 3 行</a:t>
            </a:r>
            <a:endParaRPr lang="en-US" sz="1100" dirty="0"/>
          </a:p>
        </p:txBody>
      </p:sp>
      <p:sp>
        <p:nvSpPr>
          <p:cNvPr id="14" name="Text 12"/>
          <p:cNvSpPr/>
          <p:nvPr/>
        </p:nvSpPr>
        <p:spPr>
          <a:xfrm>
            <a:off x="939800" y="2726630"/>
            <a:ext cx="589062" cy="203200"/>
          </a:xfrm>
          <a:prstGeom prst="roundRect">
            <a:avLst>
              <a:gd name="adj" fmla="val 18750"/>
            </a:avLst>
          </a:prstGeom>
          <a:solidFill>
            <a:srgbClr val="1F883D"/>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Noto Sans JP" pitchFamily="34" charset="0"/>
                <a:ea typeface="Noto Sans JP" pitchFamily="34" charset="-122"/>
                <a:cs typeface="Noto Sans JP" pitchFamily="34" charset="-120"/>
              </a:rPr>
              <a:t>Accept</a:t>
            </a:r>
            <a:endParaRPr lang="en-US" sz="1000" dirty="0"/>
          </a:p>
        </p:txBody>
      </p:sp>
      <p:sp>
        <p:nvSpPr>
          <p:cNvPr id="15" name="Text 13"/>
          <p:cNvSpPr/>
          <p:nvPr/>
        </p:nvSpPr>
        <p:spPr>
          <a:xfrm>
            <a:off x="1598712" y="2732980"/>
            <a:ext cx="555923" cy="190500"/>
          </a:xfrm>
          <a:prstGeom prst="roundRect">
            <a:avLst>
              <a:gd name="adj" fmla="val 16667"/>
            </a:avLst>
          </a:prstGeom>
          <a:noFill/>
          <a:ln w="12700">
            <a:solidFill>
              <a:srgbClr val="6B6880"/>
            </a:solidFill>
            <a:prstDash val="solid"/>
          </a:ln>
        </p:spPr>
        <p:txBody>
          <a:bodyPr wrap="none" lIns="0" tIns="0" rIns="0" bIns="0" rtlCol="0" anchor="ctr">
            <a:normAutofit/>
          </a:bodyPr>
          <a:lstStyle/>
          <a:p>
            <a:pPr algn="ctr" indent="0" marL="0">
              <a:lnSpc>
                <a:spcPts val="1400"/>
              </a:lnSpc>
              <a:buNone/>
            </a:pPr>
            <a:r>
              <a:rPr lang="en-US" sz="1000" dirty="0">
                <a:solidFill>
                  <a:srgbClr val="D9D4F0"/>
                </a:solidFill>
                <a:latin typeface="Noto Sans JP" pitchFamily="34" charset="0"/>
                <a:ea typeface="Noto Sans JP" pitchFamily="34" charset="-122"/>
                <a:cs typeface="Noto Sans JP" pitchFamily="34" charset="-120"/>
              </a:rPr>
              <a:t>Reject</a:t>
            </a:r>
            <a:endParaRPr lang="en-US" sz="1000" dirty="0"/>
          </a:p>
        </p:txBody>
      </p:sp>
      <p:sp>
        <p:nvSpPr>
          <p:cNvPr id="16" name="Text 14"/>
          <p:cNvSpPr/>
          <p:nvPr/>
        </p:nvSpPr>
        <p:spPr>
          <a:xfrm>
            <a:off x="2224484" y="270123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3</a:t>
            </a:r>
            <a:endParaRPr lang="en-US" sz="1200" dirty="0"/>
          </a:p>
        </p:txBody>
      </p:sp>
      <p:sp>
        <p:nvSpPr>
          <p:cNvPr id="17" name="Shape 15"/>
          <p:cNvSpPr/>
          <p:nvPr/>
        </p:nvSpPr>
        <p:spPr>
          <a:xfrm>
            <a:off x="3987800" y="1708150"/>
            <a:ext cx="3429000" cy="2524621"/>
          </a:xfrm>
          <a:custGeom>
            <a:avLst/>
            <a:gdLst/>
            <a:ahLst/>
            <a:cxnLst/>
            <a:rect l="l" t="t" r="r" b="b"/>
            <a:pathLst>
              <a:path w="3429000" h="2524621">
                <a:moveTo>
                  <a:pt x="3429000" y="2423021"/>
                </a:moveTo>
                <a:arcTo hR="101600" wR="101600" stAng="0" swAng="5400000"/>
                <a:lnTo>
                  <a:pt x="0" y="2524621"/>
                </a:lnTo>
                <a:lnTo>
                  <a:pt x="0" y="0"/>
                </a:lnTo>
                <a:lnTo>
                  <a:pt x="3429000" y="0"/>
                </a:lnTo>
                <a:close/>
              </a:path>
            </a:pathLst>
          </a:custGeom>
          <a:solidFill>
            <a:srgbClr val="23213A"/>
          </a:solidFill>
          <a:ln/>
        </p:spPr>
      </p:sp>
      <p:sp>
        <p:nvSpPr>
          <p:cNvPr id="18" name="Shape 16"/>
          <p:cNvSpPr/>
          <p:nvPr/>
        </p:nvSpPr>
        <p:spPr>
          <a:xfrm>
            <a:off x="4114800" y="1828800"/>
            <a:ext cx="3175000" cy="0"/>
          </a:xfrm>
          <a:prstGeom prst="line">
            <a:avLst/>
          </a:prstGeom>
          <a:noFill/>
          <a:ln w="12700">
            <a:solidFill>
              <a:srgbClr val="6B6880"/>
            </a:solidFill>
            <a:prstDash val="dash"/>
          </a:ln>
        </p:spPr>
      </p:sp>
      <p:sp>
        <p:nvSpPr>
          <p:cNvPr id="19" name="Text 17"/>
          <p:cNvSpPr/>
          <p:nvPr/>
        </p:nvSpPr>
        <p:spPr>
          <a:xfrm>
            <a:off x="4114800" y="1936750"/>
            <a:ext cx="2205988"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9C97B8"/>
                </a:solidFill>
                <a:latin typeface="Noto Sans JP" pitchFamily="34" charset="0"/>
                <a:ea typeface="Noto Sans JP" pitchFamily="34" charset="-122"/>
                <a:cs typeface="Noto Sans JP" pitchFamily="34" charset="-120"/>
              </a:rPr>
              <a:t>Checkpoint</a:t>
            </a:r>
            <a:endParaRPr lang="en-US" sz="1000" dirty="0"/>
          </a:p>
        </p:txBody>
      </p:sp>
      <p:sp>
        <p:nvSpPr>
          <p:cNvPr id="20" name="Text 18"/>
          <p:cNvSpPr/>
          <p:nvPr/>
        </p:nvSpPr>
        <p:spPr>
          <a:xfrm>
            <a:off x="6320036" y="1924050"/>
            <a:ext cx="652264" cy="203200"/>
          </a:xfrm>
          <a:prstGeom prst="roundRect">
            <a:avLst>
              <a:gd name="adj" fmla="val 18750"/>
            </a:avLst>
          </a:prstGeom>
          <a:solidFill>
            <a:srgbClr val="6A4BE0"/>
          </a:solidFill>
          <a:ln/>
        </p:spPr>
        <p:txBody>
          <a:bodyPr wrap="none" lIns="0" tIns="0" rIns="0" bIns="0" rtlCol="0" anchor="ctr">
            <a:normAutofit/>
          </a:bodyPr>
          <a:lstStyle/>
          <a:p>
            <a:pPr algn="ctr" indent="0" marL="0">
              <a:lnSpc>
                <a:spcPts val="1400"/>
              </a:lnSpc>
              <a:buNone/>
            </a:pPr>
            <a:r>
              <a:rPr lang="en-US" sz="1000" b="1" dirty="0">
                <a:solidFill>
                  <a:srgbClr val="F7F6FB"/>
                </a:solidFill>
                <a:latin typeface="Noto Sans JP" pitchFamily="34" charset="0"/>
                <a:ea typeface="Noto Sans JP" pitchFamily="34" charset="-122"/>
                <a:cs typeface="Noto Sans JP" pitchFamily="34" charset="-120"/>
              </a:rPr>
              <a:t>Restore</a:t>
            </a:r>
            <a:endParaRPr lang="en-US" sz="1000" dirty="0"/>
          </a:p>
        </p:txBody>
      </p:sp>
      <p:sp>
        <p:nvSpPr>
          <p:cNvPr id="21" name="Text 19"/>
          <p:cNvSpPr/>
          <p:nvPr/>
        </p:nvSpPr>
        <p:spPr>
          <a:xfrm>
            <a:off x="7035800" y="189865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2</a:t>
            </a:r>
            <a:endParaRPr lang="en-US" sz="1200" dirty="0"/>
          </a:p>
        </p:txBody>
      </p:sp>
      <p:sp>
        <p:nvSpPr>
          <p:cNvPr id="22" name="Text 20"/>
          <p:cNvSpPr/>
          <p:nvPr/>
        </p:nvSpPr>
        <p:spPr>
          <a:xfrm>
            <a:off x="4114800" y="2228850"/>
            <a:ext cx="3175000" cy="297160"/>
          </a:xfrm>
          <a:prstGeom prst="roundRect">
            <a:avLst>
              <a:gd name="adj" fmla="val 21369"/>
            </a:avLst>
          </a:prstGeom>
          <a:solidFill>
            <a:srgbClr val="3B3566"/>
          </a:solidFill>
          <a:ln/>
        </p:spPr>
        <p:txBody>
          <a:bodyPr wrap="square" lIns="70301" tIns="32201" rIns="0" bIns="6801" rtlCol="0" anchor="t">
            <a:normAutofit/>
          </a:bodyPr>
          <a:lstStyle/>
          <a:p>
            <a:pPr algn="l" indent="0" marL="0">
              <a:lnSpc>
                <a:spcPts val="1540"/>
              </a:lnSpc>
              <a:buNone/>
            </a:pPr>
            <a:r>
              <a:rPr lang="en-US" sz="1100" dirty="0">
                <a:solidFill>
                  <a:srgbClr val="F7F6FB"/>
                </a:solidFill>
                <a:latin typeface="Noto Sans JP" pitchFamily="34" charset="0"/>
                <a:ea typeface="Noto Sans JP" pitchFamily="34" charset="-122"/>
                <a:cs typeface="Noto Sans JP" pitchFamily="34" charset="-120"/>
              </a:rPr>
              <a:t>3行に縮めて上書きして</a:t>
            </a:r>
            <a:endParaRPr lang="en-US" sz="1100" dirty="0"/>
          </a:p>
        </p:txBody>
      </p:sp>
      <p:sp>
        <p:nvSpPr>
          <p:cNvPr id="23" name="Text 21"/>
          <p:cNvSpPr/>
          <p:nvPr/>
        </p:nvSpPr>
        <p:spPr>
          <a:xfrm>
            <a:off x="4114800" y="2602210"/>
            <a:ext cx="327025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D9D4F0"/>
                </a:solidFill>
                <a:latin typeface="Noto Sans JP" pitchFamily="34" charset="0"/>
                <a:ea typeface="Noto Sans JP" pitchFamily="34" charset="-122"/>
                <a:cs typeface="Noto Sans JP" pitchFamily="34" charset="-120"/>
              </a:rPr>
              <a:t>上書きしました</a:t>
            </a:r>
            <a:endParaRPr lang="en-US" sz="1100" dirty="0"/>
          </a:p>
        </p:txBody>
      </p:sp>
      <p:sp>
        <p:nvSpPr>
          <p:cNvPr id="24" name="Shape 22"/>
          <p:cNvSpPr/>
          <p:nvPr/>
        </p:nvSpPr>
        <p:spPr>
          <a:xfrm>
            <a:off x="4117975" y="2877145"/>
            <a:ext cx="3168650" cy="821630"/>
          </a:xfrm>
          <a:prstGeom prst="roundRect">
            <a:avLst>
              <a:gd name="adj" fmla="val 7342"/>
            </a:avLst>
          </a:prstGeom>
          <a:solidFill>
            <a:srgbClr val="15141F"/>
          </a:solidFill>
          <a:ln w="6350">
            <a:solidFill>
              <a:srgbClr val="4A4766"/>
            </a:solidFill>
            <a:prstDash val="solid"/>
          </a:ln>
        </p:spPr>
      </p:sp>
      <p:sp>
        <p:nvSpPr>
          <p:cNvPr id="25" name="Text 23"/>
          <p:cNvSpPr/>
          <p:nvPr/>
        </p:nvSpPr>
        <p:spPr>
          <a:xfrm>
            <a:off x="4121150" y="2880320"/>
            <a:ext cx="3162300" cy="271760"/>
          </a:xfrm>
          <a:prstGeom prst="rect">
            <a:avLst/>
          </a:prstGeom>
          <a:solidFill>
            <a:srgbClr val="3B3566"/>
          </a:solidFill>
          <a:ln/>
        </p:spPr>
        <p:txBody>
          <a:bodyPr wrap="square" lIns="88900" tIns="38100" rIns="0" bIns="12700" rtlCol="0" anchor="t">
            <a:normAutofit/>
          </a:bodyPr>
          <a:lstStyle/>
          <a:p>
            <a:pPr algn="l" indent="0" marL="0">
              <a:lnSpc>
                <a:spcPts val="1540"/>
              </a:lnSpc>
              <a:buNone/>
            </a:pPr>
            <a:r>
              <a:rPr lang="en-US" sz="1100" dirty="0">
                <a:solidFill>
                  <a:srgbClr val="F7F6FB"/>
                </a:solidFill>
                <a:latin typeface="JetBrains Mono" pitchFamily="49" charset="0"/>
                <a:ea typeface="JetBrains Mono" pitchFamily="49" charset="-122"/>
                <a:cs typeface="JetBrains Mono" pitchFamily="49" charset="-120"/>
              </a:rPr>
              <a:t>File</a:t>
            </a:r>
            <a:endParaRPr lang="en-US" sz="1100" dirty="0"/>
          </a:p>
        </p:txBody>
      </p:sp>
      <p:sp>
        <p:nvSpPr>
          <p:cNvPr id="26" name="Text 24"/>
          <p:cNvSpPr/>
          <p:nvPr/>
        </p:nvSpPr>
        <p:spPr>
          <a:xfrm>
            <a:off x="4210050" y="3190180"/>
            <a:ext cx="3074035"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D9D4F0"/>
                </a:solidFill>
                <a:latin typeface="JetBrains Mono" pitchFamily="49" charset="0"/>
                <a:ea typeface="JetBrains Mono" pitchFamily="49" charset="-122"/>
                <a:cs typeface="JetBrains Mono" pitchFamily="49" charset="-120"/>
              </a:rPr>
              <a:t>Folder</a:t>
            </a:r>
            <a:endParaRPr lang="en-US" sz="1100" dirty="0"/>
          </a:p>
        </p:txBody>
      </p:sp>
      <p:sp>
        <p:nvSpPr>
          <p:cNvPr id="27" name="Text 25"/>
          <p:cNvSpPr/>
          <p:nvPr/>
        </p:nvSpPr>
        <p:spPr>
          <a:xfrm>
            <a:off x="4210050" y="3461941"/>
            <a:ext cx="3074035"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D9D4F0"/>
                </a:solidFill>
                <a:latin typeface="JetBrains Mono" pitchFamily="49" charset="0"/>
                <a:ea typeface="JetBrains Mono" pitchFamily="49" charset="-122"/>
                <a:cs typeface="JetBrains Mono" pitchFamily="49" charset="-120"/>
              </a:rPr>
              <a:t>Codebase</a:t>
            </a:r>
            <a:endParaRPr lang="en-US" sz="1100" dirty="0"/>
          </a:p>
        </p:txBody>
      </p:sp>
      <p:sp>
        <p:nvSpPr>
          <p:cNvPr id="28" name="Text 26"/>
          <p:cNvSpPr/>
          <p:nvPr/>
        </p:nvSpPr>
        <p:spPr>
          <a:xfrm>
            <a:off x="4121150" y="3784501"/>
            <a:ext cx="2844800" cy="327620"/>
          </a:xfrm>
          <a:prstGeom prst="roundRect">
            <a:avLst>
              <a:gd name="adj" fmla="val 17444"/>
            </a:avLst>
          </a:prstGeom>
          <a:solidFill>
            <a:srgbClr val="2F2C4D"/>
          </a:solidFill>
          <a:ln w="12700">
            <a:solidFill>
              <a:srgbClr val="8468EE"/>
            </a:solidFill>
            <a:prstDash val="solid"/>
          </a:ln>
        </p:spPr>
        <p:txBody>
          <a:bodyPr wrap="square" lIns="78511" tIns="40411" rIns="0" bIns="15011" rtlCol="0" anchor="t">
            <a:normAutofit/>
          </a:bodyPr>
          <a:lstStyle/>
          <a:p>
            <a:pPr algn="l" indent="0" marL="0">
              <a:lnSpc>
                <a:spcPts val="1680"/>
              </a:lnSpc>
              <a:buNone/>
            </a:pPr>
            <a:r>
              <a:rPr lang="en-US" sz="1200" dirty="0">
                <a:solidFill>
                  <a:srgbClr val="F7F6FB"/>
                </a:solidFill>
                <a:latin typeface="JetBrains Mono" pitchFamily="49" charset="0"/>
                <a:ea typeface="JetBrains Mono" pitchFamily="49" charset="-122"/>
                <a:cs typeface="JetBrains Mono" pitchFamily="49" charset="-120"/>
              </a:rPr>
              <a:t>#</a:t>
            </a:r>
            <a:endParaRPr lang="en-US" sz="1200" dirty="0"/>
          </a:p>
        </p:txBody>
      </p:sp>
      <p:sp>
        <p:nvSpPr>
          <p:cNvPr id="29" name="Text 27"/>
          <p:cNvSpPr/>
          <p:nvPr/>
        </p:nvSpPr>
        <p:spPr>
          <a:xfrm>
            <a:off x="7035800" y="382131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1</a:t>
            </a:r>
            <a:endParaRPr lang="en-US" sz="1200" dirty="0"/>
          </a:p>
        </p:txBody>
      </p:sp>
      <p:sp>
        <p:nvSpPr>
          <p:cNvPr id="30" name="Text 28"/>
          <p:cNvSpPr/>
          <p:nvPr/>
        </p:nvSpPr>
        <p:spPr>
          <a:xfrm>
            <a:off x="7670800" y="135255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1</a:t>
            </a:r>
            <a:endParaRPr lang="en-US" sz="1200" dirty="0"/>
          </a:p>
        </p:txBody>
      </p:sp>
      <p:sp>
        <p:nvSpPr>
          <p:cNvPr id="31" name="Text 29"/>
          <p:cNvSpPr/>
          <p:nvPr/>
        </p:nvSpPr>
        <p:spPr>
          <a:xfrm>
            <a:off x="8013700" y="1352550"/>
            <a:ext cx="346646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B3A"/>
                </a:solidFill>
                <a:latin typeface="Noto Sans JP" pitchFamily="34" charset="0"/>
                <a:ea typeface="Noto Sans JP" pitchFamily="34" charset="-122"/>
                <a:cs typeface="Noto Sans JP" pitchFamily="34" charset="-120"/>
              </a:rPr>
              <a:t>入力欄で # → 渡すものを選ぶ</a:t>
            </a:r>
            <a:endParaRPr lang="en-US" sz="1400" dirty="0"/>
          </a:p>
        </p:txBody>
      </p:sp>
      <p:sp>
        <p:nvSpPr>
          <p:cNvPr id="32" name="Text 30"/>
          <p:cNvSpPr/>
          <p:nvPr/>
        </p:nvSpPr>
        <p:spPr>
          <a:xfrm>
            <a:off x="8013700" y="1652191"/>
            <a:ext cx="3466465"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File＝ファイル1つ</a:t>
            </a:r>
            <a:endParaRPr lang="en-US" sz="1200" dirty="0"/>
          </a:p>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Folder＝フォルダごと</a:t>
            </a:r>
            <a:endParaRPr lang="en-US" sz="1200" dirty="0"/>
          </a:p>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Codebase＝全体から探す</a:t>
            </a:r>
            <a:endParaRPr lang="en-US" sz="1200" dirty="0"/>
          </a:p>
        </p:txBody>
      </p:sp>
      <p:sp>
        <p:nvSpPr>
          <p:cNvPr id="33" name="Text 31"/>
          <p:cNvSpPr/>
          <p:nvPr/>
        </p:nvSpPr>
        <p:spPr>
          <a:xfrm>
            <a:off x="7670800" y="2444552"/>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2</a:t>
            </a:r>
            <a:endParaRPr lang="en-US" sz="1200" dirty="0"/>
          </a:p>
        </p:txBody>
      </p:sp>
      <p:sp>
        <p:nvSpPr>
          <p:cNvPr id="34" name="Text 32"/>
          <p:cNvSpPr/>
          <p:nvPr/>
        </p:nvSpPr>
        <p:spPr>
          <a:xfrm>
            <a:off x="8013700" y="2444552"/>
            <a:ext cx="346646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B3A"/>
                </a:solidFill>
                <a:latin typeface="Noto Sans JP" pitchFamily="34" charset="0"/>
                <a:ea typeface="Noto Sans JP" pitchFamily="34" charset="-122"/>
                <a:cs typeface="Noto Sans JP" pitchFamily="34" charset="-120"/>
              </a:rPr>
              <a:t>失敗したら依頼の上の Restore</a:t>
            </a:r>
            <a:endParaRPr lang="en-US" sz="1400" dirty="0"/>
          </a:p>
        </p:txBody>
      </p:sp>
      <p:sp>
        <p:nvSpPr>
          <p:cNvPr id="35" name="Text 33"/>
          <p:cNvSpPr/>
          <p:nvPr/>
        </p:nvSpPr>
        <p:spPr>
          <a:xfrm>
            <a:off x="8013700" y="2744192"/>
            <a:ext cx="34664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ファイルも会話もその前に戻る</a:t>
            </a:r>
            <a:endParaRPr lang="en-US" sz="1200" dirty="0"/>
          </a:p>
        </p:txBody>
      </p:sp>
      <p:sp>
        <p:nvSpPr>
          <p:cNvPr id="36" name="Text 34"/>
          <p:cNvSpPr/>
          <p:nvPr/>
        </p:nvSpPr>
        <p:spPr>
          <a:xfrm>
            <a:off x="8013700" y="3008313"/>
            <a:ext cx="34664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531A"/>
                </a:solidFill>
                <a:latin typeface="Noto Sans JP" pitchFamily="34" charset="0"/>
                <a:ea typeface="Noto Sans JP" pitchFamily="34" charset="-122"/>
                <a:cs typeface="Noto Sans JP" pitchFamily="34" charset="-120"/>
              </a:rPr>
              <a:t>コミット・プッシュ済みは戻らない</a:t>
            </a:r>
            <a:endParaRPr lang="en-US" sz="1200" dirty="0"/>
          </a:p>
        </p:txBody>
      </p:sp>
      <p:sp>
        <p:nvSpPr>
          <p:cNvPr id="37" name="Text 35"/>
          <p:cNvSpPr/>
          <p:nvPr/>
        </p:nvSpPr>
        <p:spPr>
          <a:xfrm>
            <a:off x="7670800" y="3374033"/>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3</a:t>
            </a:r>
            <a:endParaRPr lang="en-US" sz="1200" dirty="0"/>
          </a:p>
        </p:txBody>
      </p:sp>
      <p:sp>
        <p:nvSpPr>
          <p:cNvPr id="38" name="Text 36"/>
          <p:cNvSpPr/>
          <p:nvPr/>
        </p:nvSpPr>
        <p:spPr>
          <a:xfrm>
            <a:off x="8013700" y="3374033"/>
            <a:ext cx="346646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B3A"/>
                </a:solidFill>
                <a:latin typeface="Noto Sans JP" pitchFamily="34" charset="0"/>
                <a:ea typeface="Noto Sans JP" pitchFamily="34" charset="-122"/>
                <a:cs typeface="Noto Sans JP" pitchFamily="34" charset="-120"/>
              </a:rPr>
              <a:t>監督モード（Supervised）</a:t>
            </a:r>
            <a:endParaRPr lang="en-US" sz="1400" dirty="0"/>
          </a:p>
        </p:txBody>
      </p:sp>
      <p:sp>
        <p:nvSpPr>
          <p:cNvPr id="39" name="Text 37"/>
          <p:cNvSpPr/>
          <p:nvPr/>
        </p:nvSpPr>
        <p:spPr>
          <a:xfrm>
            <a:off x="8013700" y="3673673"/>
            <a:ext cx="346646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Kiro が直すたびに止まる。</a:t>
            </a:r>
            <a:endParaRPr lang="en-US" sz="1200" dirty="0"/>
          </a:p>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赤＝消える行、緑＝増える行を見てから Accept</a:t>
            </a:r>
            <a:endParaRPr lang="en-US" sz="1200" dirty="0"/>
          </a:p>
        </p:txBody>
      </p:sp>
      <p:sp>
        <p:nvSpPr>
          <p:cNvPr id="40" name="Text 38"/>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41" name="Text 39"/>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docs/04-context-and-undo.md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776585"/>
            <a:ext cx="967284" cy="307280"/>
          </a:xfrm>
          <a:custGeom>
            <a:avLst/>
            <a:gdLst/>
            <a:ahLst/>
            <a:cxnLst/>
            <a:rect l="l" t="t" r="r" b="b"/>
            <a:pathLst>
              <a:path w="967284" h="307280">
                <a:moveTo>
                  <a:pt x="153640" y="0"/>
                </a:moveTo>
                <a:lnTo>
                  <a:pt x="813643" y="0"/>
                </a:lnTo>
                <a:arcTo hR="153640" wR="153640" stAng="16200000" swAng="5400000"/>
                <a:lnTo>
                  <a:pt x="967284"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STEP 4〜</a:t>
            </a:r>
            <a:endParaRPr lang="en-US" sz="1300" dirty="0"/>
          </a:p>
        </p:txBody>
      </p:sp>
      <p:sp>
        <p:nvSpPr>
          <p:cNvPr id="3" name="Text 1"/>
          <p:cNvSpPr/>
          <p:nvPr>
            <p:ph type="title"/>
          </p:nvPr>
        </p:nvSpPr>
        <p:spPr>
          <a:xfrm>
            <a:off x="1881684" y="711200"/>
            <a:ext cx="5253157"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保存と送信も Kiro に頼む</a:t>
            </a:r>
            <a:endParaRPr lang="en-US" sz="3000" dirty="0"/>
          </a:p>
        </p:txBody>
      </p:sp>
      <p:sp>
        <p:nvSpPr>
          <p:cNvPr id="4" name="Shape 2"/>
          <p:cNvSpPr/>
          <p:nvPr/>
        </p:nvSpPr>
        <p:spPr>
          <a:xfrm>
            <a:off x="812800" y="1484610"/>
            <a:ext cx="2777034" cy="1625501"/>
          </a:xfrm>
          <a:prstGeom prst="roundRect">
            <a:avLst>
              <a:gd name="adj" fmla="val 7813"/>
            </a:avLst>
          </a:prstGeom>
          <a:solidFill>
            <a:srgbClr val="FFFFFF"/>
          </a:solidFill>
          <a:ln/>
        </p:spPr>
      </p:sp>
      <p:pic>
        <p:nvPicPr>
          <p:cNvPr id="5" name="Image 0" descr="Home">    </p:cNvPr>
          <p:cNvPicPr>
            <a:picLocks noChangeAspect="1"/>
          </p:cNvPicPr>
          <p:nvPr/>
        </p:nvPicPr>
        <p:blipFill>
          <a:blip r:embed="rId1"/>
          <a:srcRect l="0" r="0" t="0" b="0"/>
          <a:stretch/>
        </p:blipFill>
        <p:spPr>
          <a:xfrm>
            <a:off x="1947267" y="1713210"/>
            <a:ext cx="508000" cy="508000"/>
          </a:xfrm>
          <a:prstGeom prst="rect">
            <a:avLst/>
          </a:prstGeom>
        </p:spPr>
      </p:pic>
      <p:sp>
        <p:nvSpPr>
          <p:cNvPr id="6" name="Text 3"/>
          <p:cNvSpPr/>
          <p:nvPr/>
        </p:nvSpPr>
        <p:spPr>
          <a:xfrm>
            <a:off x="1646545" y="2322810"/>
            <a:ext cx="1109543" cy="26918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1E1B3A"/>
                </a:solidFill>
                <a:latin typeface="Noto Sans JP" pitchFamily="34" charset="0"/>
                <a:ea typeface="Noto Sans JP" pitchFamily="34" charset="-122"/>
                <a:cs typeface="Noto Sans JP" pitchFamily="34" charset="-120"/>
              </a:rPr>
              <a:t>自分の PC</a:t>
            </a:r>
            <a:endParaRPr lang="en-US" sz="1600" dirty="0"/>
          </a:p>
        </p:txBody>
      </p:sp>
      <p:sp>
        <p:nvSpPr>
          <p:cNvPr id="7" name="Text 4"/>
          <p:cNvSpPr/>
          <p:nvPr/>
        </p:nvSpPr>
        <p:spPr>
          <a:xfrm>
            <a:off x="1444377" y="2668191"/>
            <a:ext cx="15138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participants/taro/</a:t>
            </a:r>
            <a:endParaRPr lang="en-US" sz="1200" dirty="0"/>
          </a:p>
        </p:txBody>
      </p:sp>
      <p:sp>
        <p:nvSpPr>
          <p:cNvPr id="8" name="Text 5"/>
          <p:cNvSpPr/>
          <p:nvPr/>
        </p:nvSpPr>
        <p:spPr>
          <a:xfrm>
            <a:off x="3721914" y="1837630"/>
            <a:ext cx="85344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6A4BE0"/>
                </a:solidFill>
                <a:latin typeface="Noto Sans JP" pitchFamily="34" charset="0"/>
                <a:ea typeface="Noto Sans JP" pitchFamily="34" charset="-122"/>
                <a:cs typeface="Noto Sans JP" pitchFamily="34" charset="-120"/>
              </a:rPr>
              <a:t>コミット</a:t>
            </a:r>
            <a:endParaRPr lang="en-US" sz="1400" dirty="0"/>
          </a:p>
        </p:txBody>
      </p:sp>
      <p:pic>
        <p:nvPicPr>
          <p:cNvPr id="9" name="Image 1" descr="arrow-right">    </p:cNvPr>
          <p:cNvPicPr>
            <a:picLocks noChangeAspect="1"/>
          </p:cNvPicPr>
          <p:nvPr/>
        </p:nvPicPr>
        <p:blipFill>
          <a:blip r:embed="rId2"/>
          <a:srcRect l="0" r="0" t="0" b="0"/>
          <a:stretch/>
        </p:blipFill>
        <p:spPr>
          <a:xfrm>
            <a:off x="3767634" y="2137271"/>
            <a:ext cx="762000" cy="355600"/>
          </a:xfrm>
          <a:prstGeom prst="rect">
            <a:avLst/>
          </a:prstGeom>
        </p:spPr>
      </p:pic>
      <p:sp>
        <p:nvSpPr>
          <p:cNvPr id="10" name="Text 6"/>
          <p:cNvSpPr/>
          <p:nvPr/>
        </p:nvSpPr>
        <p:spPr>
          <a:xfrm>
            <a:off x="3965754" y="2543671"/>
            <a:ext cx="36576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保存</a:t>
            </a:r>
            <a:endParaRPr lang="en-US" sz="1200" dirty="0"/>
          </a:p>
        </p:txBody>
      </p:sp>
      <p:sp>
        <p:nvSpPr>
          <p:cNvPr id="11" name="Shape 7"/>
          <p:cNvSpPr/>
          <p:nvPr/>
        </p:nvSpPr>
        <p:spPr>
          <a:xfrm>
            <a:off x="4707434" y="1484610"/>
            <a:ext cx="2777133" cy="1625501"/>
          </a:xfrm>
          <a:prstGeom prst="roundRect">
            <a:avLst>
              <a:gd name="adj" fmla="val 7813"/>
            </a:avLst>
          </a:prstGeom>
          <a:solidFill>
            <a:srgbClr val="FFFFFF"/>
          </a:solidFill>
          <a:ln/>
        </p:spPr>
      </p:sp>
      <p:pic>
        <p:nvPicPr>
          <p:cNvPr id="12" name="Image 2" descr="Check">    </p:cNvPr>
          <p:cNvPicPr>
            <a:picLocks noChangeAspect="1"/>
          </p:cNvPicPr>
          <p:nvPr/>
        </p:nvPicPr>
        <p:blipFill>
          <a:blip r:embed="rId3"/>
          <a:srcRect l="0" r="0" t="0" b="0"/>
          <a:stretch/>
        </p:blipFill>
        <p:spPr>
          <a:xfrm>
            <a:off x="5842000" y="1713210"/>
            <a:ext cx="508000" cy="508000"/>
          </a:xfrm>
          <a:prstGeom prst="rect">
            <a:avLst/>
          </a:prstGeom>
        </p:spPr>
      </p:pic>
      <p:sp>
        <p:nvSpPr>
          <p:cNvPr id="13" name="Text 8"/>
          <p:cNvSpPr/>
          <p:nvPr/>
        </p:nvSpPr>
        <p:spPr>
          <a:xfrm>
            <a:off x="5242560" y="2322810"/>
            <a:ext cx="1706880" cy="26918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1E1B3A"/>
                </a:solidFill>
                <a:latin typeface="Noto Sans JP" pitchFamily="34" charset="0"/>
                <a:ea typeface="Noto Sans JP" pitchFamily="34" charset="-122"/>
                <a:cs typeface="Noto Sans JP" pitchFamily="34" charset="-120"/>
              </a:rPr>
              <a:t>ブランチの記録</a:t>
            </a:r>
            <a:endParaRPr lang="en-US" sz="1600" dirty="0"/>
          </a:p>
        </p:txBody>
      </p:sp>
      <p:sp>
        <p:nvSpPr>
          <p:cNvPr id="14" name="Text 9"/>
          <p:cNvSpPr/>
          <p:nvPr/>
        </p:nvSpPr>
        <p:spPr>
          <a:xfrm>
            <a:off x="5545574" y="2668191"/>
            <a:ext cx="110085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practice/taro</a:t>
            </a:r>
            <a:endParaRPr lang="en-US" sz="1200" dirty="0"/>
          </a:p>
        </p:txBody>
      </p:sp>
      <p:sp>
        <p:nvSpPr>
          <p:cNvPr id="15" name="Text 10"/>
          <p:cNvSpPr/>
          <p:nvPr/>
        </p:nvSpPr>
        <p:spPr>
          <a:xfrm>
            <a:off x="7616646" y="1837630"/>
            <a:ext cx="85344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6A4BE0"/>
                </a:solidFill>
                <a:latin typeface="Noto Sans JP" pitchFamily="34" charset="0"/>
                <a:ea typeface="Noto Sans JP" pitchFamily="34" charset="-122"/>
                <a:cs typeface="Noto Sans JP" pitchFamily="34" charset="-120"/>
              </a:rPr>
              <a:t>プッシュ</a:t>
            </a:r>
            <a:endParaRPr lang="en-US" sz="1400" dirty="0"/>
          </a:p>
        </p:txBody>
      </p:sp>
      <p:pic>
        <p:nvPicPr>
          <p:cNvPr id="16" name="Image 3" descr="arrow-right">    </p:cNvPr>
          <p:cNvPicPr>
            <a:picLocks noChangeAspect="1"/>
          </p:cNvPicPr>
          <p:nvPr/>
        </p:nvPicPr>
        <p:blipFill>
          <a:blip r:embed="rId4"/>
          <a:srcRect l="0" r="0" t="0" b="0"/>
          <a:stretch/>
        </p:blipFill>
        <p:spPr>
          <a:xfrm>
            <a:off x="7662366" y="2137271"/>
            <a:ext cx="762000" cy="355600"/>
          </a:xfrm>
          <a:prstGeom prst="rect">
            <a:avLst/>
          </a:prstGeom>
        </p:spPr>
      </p:pic>
      <p:sp>
        <p:nvSpPr>
          <p:cNvPr id="17" name="Text 11"/>
          <p:cNvSpPr/>
          <p:nvPr/>
        </p:nvSpPr>
        <p:spPr>
          <a:xfrm>
            <a:off x="7860486" y="2543671"/>
            <a:ext cx="36576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送信</a:t>
            </a:r>
            <a:endParaRPr lang="en-US" sz="1200" dirty="0"/>
          </a:p>
        </p:txBody>
      </p:sp>
      <p:sp>
        <p:nvSpPr>
          <p:cNvPr id="18" name="Shape 12"/>
          <p:cNvSpPr/>
          <p:nvPr/>
        </p:nvSpPr>
        <p:spPr>
          <a:xfrm>
            <a:off x="8602166" y="1377950"/>
            <a:ext cx="2777034" cy="1838821"/>
          </a:xfrm>
          <a:prstGeom prst="roundRect">
            <a:avLst>
              <a:gd name="adj" fmla="val 6907"/>
            </a:avLst>
          </a:prstGeom>
          <a:solidFill>
            <a:srgbClr val="1E1B3A"/>
          </a:solidFill>
          <a:ln/>
        </p:spPr>
      </p:sp>
      <p:pic>
        <p:nvPicPr>
          <p:cNvPr id="19" name="Image 4" descr="Cloud">    </p:cNvPr>
          <p:cNvPicPr>
            <a:picLocks noChangeAspect="1"/>
          </p:cNvPicPr>
          <p:nvPr/>
        </p:nvPicPr>
        <p:blipFill>
          <a:blip r:embed="rId5"/>
          <a:srcRect l="0" r="0" t="0" b="0"/>
          <a:stretch/>
        </p:blipFill>
        <p:spPr>
          <a:xfrm>
            <a:off x="9736634" y="1606550"/>
            <a:ext cx="508000" cy="508000"/>
          </a:xfrm>
          <a:prstGeom prst="rect">
            <a:avLst/>
          </a:prstGeom>
        </p:spPr>
      </p:pic>
      <p:sp>
        <p:nvSpPr>
          <p:cNvPr id="20" name="Text 13"/>
          <p:cNvSpPr/>
          <p:nvPr/>
        </p:nvSpPr>
        <p:spPr>
          <a:xfrm>
            <a:off x="9172912" y="2216150"/>
            <a:ext cx="1635443" cy="26918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7F6FB"/>
                </a:solidFill>
                <a:latin typeface="Noto Sans JP" pitchFamily="34" charset="0"/>
                <a:ea typeface="Noto Sans JP" pitchFamily="34" charset="-122"/>
                <a:cs typeface="Noto Sans JP" pitchFamily="34" charset="-120"/>
              </a:rPr>
              <a:t>自分の GitHub</a:t>
            </a:r>
            <a:endParaRPr lang="en-US" sz="1600" dirty="0"/>
          </a:p>
        </p:txBody>
      </p:sp>
      <p:sp>
        <p:nvSpPr>
          <p:cNvPr id="21" name="Text 14"/>
          <p:cNvSpPr/>
          <p:nvPr/>
        </p:nvSpPr>
        <p:spPr>
          <a:xfrm>
            <a:off x="9189145" y="2561530"/>
            <a:ext cx="16537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4F0"/>
                </a:solidFill>
                <a:latin typeface="Noto Sans JP" pitchFamily="34" charset="0"/>
                <a:ea typeface="Noto Sans JP" pitchFamily="34" charset="-122"/>
                <a:cs typeface="Noto Sans JP" pitchFamily="34" charset="-120"/>
              </a:rPr>
              <a:t>GitHub に黄色い案内が</a:t>
            </a:r>
            <a:endParaRPr lang="en-US" sz="1200" dirty="0"/>
          </a:p>
          <a:p>
            <a:pPr algn="l" indent="0" marL="0">
              <a:lnSpc>
                <a:spcPts val="1680"/>
              </a:lnSpc>
              <a:buNone/>
            </a:pPr>
            <a:r>
              <a:rPr lang="en-US" sz="1200" dirty="0">
                <a:solidFill>
                  <a:srgbClr val="D9D4F0"/>
                </a:solidFill>
                <a:latin typeface="Noto Sans JP" pitchFamily="34" charset="0"/>
                <a:ea typeface="Noto Sans JP" pitchFamily="34" charset="-122"/>
                <a:cs typeface="Noto Sans JP" pitchFamily="34" charset="-120"/>
              </a:rPr>
              <a:t>出れば送信完了</a:t>
            </a:r>
            <a:endParaRPr lang="en-US" sz="1200" dirty="0"/>
          </a:p>
        </p:txBody>
      </p:sp>
      <p:sp>
        <p:nvSpPr>
          <p:cNvPr id="22" name="Shape 15"/>
          <p:cNvSpPr/>
          <p:nvPr/>
        </p:nvSpPr>
        <p:spPr>
          <a:xfrm>
            <a:off x="822325" y="3454896"/>
            <a:ext cx="10547350" cy="1250950"/>
          </a:xfrm>
          <a:prstGeom prst="roundRect">
            <a:avLst>
              <a:gd name="adj" fmla="val 7360"/>
            </a:avLst>
          </a:prstGeom>
          <a:solidFill>
            <a:srgbClr val="FFFFFF"/>
          </a:solidFill>
          <a:ln w="19050">
            <a:solidFill>
              <a:srgbClr val="6A4BE0"/>
            </a:solidFill>
            <a:prstDash val="solid"/>
          </a:ln>
        </p:spPr>
      </p:sp>
      <p:sp>
        <p:nvSpPr>
          <p:cNvPr id="23" name="Text 16"/>
          <p:cNvSpPr/>
          <p:nvPr/>
        </p:nvSpPr>
        <p:spPr>
          <a:xfrm>
            <a:off x="1035050" y="3642221"/>
            <a:ext cx="1479947" cy="203200"/>
          </a:xfrm>
          <a:custGeom>
            <a:avLst/>
            <a:gdLst/>
            <a:ahLst/>
            <a:cxnLst/>
            <a:rect l="l" t="t" r="r" b="b"/>
            <a:pathLst>
              <a:path w="1479947" h="203200">
                <a:moveTo>
                  <a:pt x="101600" y="0"/>
                </a:moveTo>
                <a:lnTo>
                  <a:pt x="1378347" y="0"/>
                </a:lnTo>
                <a:arcTo hR="101600" wR="101600" stAng="16200000" swAng="5400000"/>
                <a:lnTo>
                  <a:pt x="1479947" y="101600"/>
                </a:lnTo>
                <a:arcTo hR="101600" wR="101600" stAng="0" swAng="5400000"/>
                <a:lnTo>
                  <a:pt x="101600" y="203200"/>
                </a:lnTo>
                <a:arcTo hR="101600" wR="101600" stAng="5400000" swAng="5400000"/>
                <a:lnTo>
                  <a:pt x="0" y="101600"/>
                </a:lnTo>
                <a:arcTo hR="101600" wR="101600" stAng="10800000" swAng="5400000"/>
                <a:close/>
              </a:path>
            </a:pathLst>
          </a:custGeom>
          <a:solidFill>
            <a:srgbClr val="6A4BE0"/>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Noto Sans JP" pitchFamily="34" charset="0"/>
                <a:ea typeface="Noto Sans JP" pitchFamily="34" charset="-122"/>
                <a:cs typeface="Noto Sans JP" pitchFamily="34" charset="-120"/>
              </a:rPr>
              <a:t>Kiro のチャットに入力</a:t>
            </a:r>
            <a:endParaRPr lang="en-US" sz="1000" dirty="0"/>
          </a:p>
        </p:txBody>
      </p:sp>
      <p:sp>
        <p:nvSpPr>
          <p:cNvPr id="24" name="Text 17"/>
          <p:cNvSpPr/>
          <p:nvPr/>
        </p:nvSpPr>
        <p:spPr>
          <a:xfrm>
            <a:off x="1035050" y="3908921"/>
            <a:ext cx="10425557"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1E1B3A"/>
                </a:solidFill>
                <a:latin typeface="Noto Sans JP" pitchFamily="34" charset="0"/>
                <a:ea typeface="Noto Sans JP" pitchFamily="34" charset="-122"/>
                <a:cs typeface="Noto Sans JP" pitchFamily="34" charset="-120"/>
              </a:rPr>
              <a:t>participants/taro/ の変更を「ベンダー依頼文の清書を追加」というメッセージでコミットして、</a:t>
            </a:r>
            <a:endParaRPr lang="en-US" sz="1500" dirty="0"/>
          </a:p>
          <a:p>
            <a:pPr algn="l" indent="0" marL="0">
              <a:lnSpc>
                <a:spcPts val="2400"/>
              </a:lnSpc>
              <a:buNone/>
            </a:pPr>
            <a:r>
              <a:rPr lang="en-US" sz="1500" dirty="0">
                <a:solidFill>
                  <a:srgbClr val="1E1B3A"/>
                </a:solidFill>
                <a:latin typeface="Noto Sans JP" pitchFamily="34" charset="0"/>
                <a:ea typeface="Noto Sans JP" pitchFamily="34" charset="-122"/>
                <a:cs typeface="Noto Sans JP" pitchFamily="34" charset="-120"/>
              </a:rPr>
              <a:t>GitHub にプッシュしてください。</a:t>
            </a:r>
            <a:endParaRPr lang="en-US" sz="1500" dirty="0"/>
          </a:p>
        </p:txBody>
      </p:sp>
      <p:sp>
        <p:nvSpPr>
          <p:cNvPr id="25" name="Text 18"/>
          <p:cNvSpPr/>
          <p:nvPr/>
        </p:nvSpPr>
        <p:spPr>
          <a:xfrm>
            <a:off x="812800" y="4943971"/>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許可の前に確認：自分のフォルダ名・ブランチ名が入っているか。</a:t>
            </a:r>
            <a:r>
              <a:rPr lang="en-US" sz="1300" b="1" dirty="0">
                <a:solidFill>
                  <a:srgbClr val="1E1B3A"/>
                </a:solidFill>
                <a:latin typeface="Noto Sans JP" pitchFamily="34" charset="0"/>
                <a:ea typeface="Noto Sans JP" pitchFamily="34" charset="-122"/>
                <a:cs typeface="Noto Sans JP" pitchFamily="34" charset="-120"/>
              </a:rPr>
              <a:t>main に直接送るコマンドなら Reject する</a:t>
            </a:r>
            <a:endParaRPr lang="en-US" sz="1300" dirty="0"/>
          </a:p>
        </p:txBody>
      </p:sp>
      <p:sp>
        <p:nvSpPr>
          <p:cNvPr id="26" name="Text 19"/>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27" name="Text 20"/>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docs/04-context-and-undo.md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776585"/>
            <a:ext cx="802184" cy="307280"/>
          </a:xfrm>
          <a:custGeom>
            <a:avLst/>
            <a:gdLst/>
            <a:ahLst/>
            <a:cxnLst/>
            <a:rect l="l" t="t" r="r" b="b"/>
            <a:pathLst>
              <a:path w="802184" h="307280">
                <a:moveTo>
                  <a:pt x="153640" y="0"/>
                </a:moveTo>
                <a:lnTo>
                  <a:pt x="648543" y="0"/>
                </a:lnTo>
                <a:arcTo hR="153640" wR="153640" stAng="16200000" swAng="5400000"/>
                <a:lnTo>
                  <a:pt x="802184"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STEP 5</a:t>
            </a:r>
            <a:endParaRPr lang="en-US" sz="1300" dirty="0"/>
          </a:p>
        </p:txBody>
      </p:sp>
      <p:sp>
        <p:nvSpPr>
          <p:cNvPr id="3" name="Text 1"/>
          <p:cNvSpPr/>
          <p:nvPr>
            <p:ph type="title"/>
          </p:nvPr>
        </p:nvSpPr>
        <p:spPr>
          <a:xfrm>
            <a:off x="1716584" y="711200"/>
            <a:ext cx="9915287"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Steering で前提を伝え、Hooks で自動チェック</a:t>
            </a:r>
            <a:endParaRPr lang="en-US" sz="3000" dirty="0"/>
          </a:p>
        </p:txBody>
      </p:sp>
      <p:sp>
        <p:nvSpPr>
          <p:cNvPr id="4" name="Shape 2"/>
          <p:cNvSpPr/>
          <p:nvPr/>
        </p:nvSpPr>
        <p:spPr>
          <a:xfrm>
            <a:off x="812800" y="1377950"/>
            <a:ext cx="5168900" cy="2491482"/>
          </a:xfrm>
          <a:prstGeom prst="roundRect">
            <a:avLst>
              <a:gd name="adj" fmla="val 5097"/>
            </a:avLst>
          </a:prstGeom>
          <a:solidFill>
            <a:srgbClr val="FFFFFF"/>
          </a:solidFill>
          <a:ln/>
        </p:spPr>
      </p:sp>
      <p:sp>
        <p:nvSpPr>
          <p:cNvPr id="5" name="Shape 3"/>
          <p:cNvSpPr/>
          <p:nvPr/>
        </p:nvSpPr>
        <p:spPr>
          <a:xfrm>
            <a:off x="812800" y="1377950"/>
            <a:ext cx="5168900" cy="2491482"/>
          </a:xfrm>
          <a:custGeom>
            <a:avLst/>
            <a:gdLst/>
            <a:ahLst/>
            <a:cxnLst/>
            <a:rect l="l" t="t" r="r" b="b"/>
            <a:pathLst>
              <a:path w="5168900" h="2491482">
                <a:moveTo>
                  <a:pt x="0" y="127000"/>
                </a:moveTo>
                <a:lnTo>
                  <a:pt x="0" y="127000"/>
                </a:lnTo>
                <a:arcTo hR="127000" wR="127000" stAng="10800000" swAng="5400000"/>
                <a:lnTo>
                  <a:pt x="5041900" y="0"/>
                </a:lnTo>
                <a:arcTo hR="127000" wR="127000" stAng="16200000" swAng="5400000"/>
                <a:lnTo>
                  <a:pt x="5168900" y="127000"/>
                </a:lnTo>
                <a:arcTo hR="76200" wR="127000" stAng="0" swAng="-5400000"/>
                <a:lnTo>
                  <a:pt x="127000" y="50800"/>
                </a:lnTo>
                <a:arcTo hR="76200" wR="127000" stAng="16200000" swAng="-5400000"/>
                <a:close/>
              </a:path>
            </a:pathLst>
          </a:custGeom>
          <a:solidFill>
            <a:srgbClr val="6A4BE0"/>
          </a:solidFill>
          <a:ln/>
        </p:spPr>
      </p:sp>
      <p:pic>
        <p:nvPicPr>
          <p:cNvPr id="6" name="Image 0" descr="Book">    </p:cNvPr>
          <p:cNvPicPr>
            <a:picLocks noChangeAspect="1"/>
          </p:cNvPicPr>
          <p:nvPr/>
        </p:nvPicPr>
        <p:blipFill>
          <a:blip r:embed="rId1"/>
          <a:srcRect l="0" r="0" t="0" b="0"/>
          <a:stretch/>
        </p:blipFill>
        <p:spPr>
          <a:xfrm>
            <a:off x="1066800" y="1682750"/>
            <a:ext cx="457200" cy="457200"/>
          </a:xfrm>
          <a:prstGeom prst="rect">
            <a:avLst/>
          </a:prstGeom>
        </p:spPr>
      </p:pic>
      <p:sp>
        <p:nvSpPr>
          <p:cNvPr id="7" name="Text 4"/>
          <p:cNvSpPr/>
          <p:nvPr/>
        </p:nvSpPr>
        <p:spPr>
          <a:xfrm>
            <a:off x="1651000" y="1758950"/>
            <a:ext cx="12573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E1B3A"/>
                </a:solidFill>
                <a:latin typeface="Noto Sans JP" pitchFamily="34" charset="0"/>
                <a:ea typeface="Noto Sans JP" pitchFamily="34" charset="-122"/>
                <a:cs typeface="Noto Sans JP" pitchFamily="34" charset="-120"/>
              </a:rPr>
              <a:t>Steering</a:t>
            </a:r>
            <a:endParaRPr lang="en-US" sz="2000" dirty="0"/>
          </a:p>
        </p:txBody>
      </p:sp>
      <p:sp>
        <p:nvSpPr>
          <p:cNvPr id="8" name="Text 5"/>
          <p:cNvSpPr/>
          <p:nvPr/>
        </p:nvSpPr>
        <p:spPr>
          <a:xfrm>
            <a:off x="1066800" y="2266950"/>
            <a:ext cx="480072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60"/>
                </a:solidFill>
                <a:latin typeface="Noto Sans JP" pitchFamily="34" charset="0"/>
                <a:ea typeface="Noto Sans JP" pitchFamily="34" charset="-122"/>
                <a:cs typeface="Noto Sans JP" pitchFamily="34" charset="-120"/>
              </a:rPr>
              <a:t>Kiro が毎回読む、業務の説明書</a:t>
            </a:r>
            <a:endParaRPr lang="en-US" sz="1400" dirty="0"/>
          </a:p>
        </p:txBody>
      </p:sp>
      <p:sp>
        <p:nvSpPr>
          <p:cNvPr id="9" name="Text 6"/>
          <p:cNvSpPr/>
          <p:nvPr/>
        </p:nvSpPr>
        <p:spPr>
          <a:xfrm>
            <a:off x="1066800" y="2642791"/>
            <a:ext cx="4660900" cy="383480"/>
          </a:xfrm>
          <a:prstGeom prst="roundRect">
            <a:avLst>
              <a:gd name="adj" fmla="val 16559"/>
            </a:avLst>
          </a:prstGeom>
          <a:solidFill>
            <a:srgbClr val="F1EFF8"/>
          </a:solidFill>
          <a:ln/>
        </p:spPr>
        <p:txBody>
          <a:bodyPr wrap="square" lIns="108401" tIns="57601" rIns="0" bIns="32201" rtlCol="0" anchor="t">
            <a:normAutofit/>
          </a:bodyPr>
          <a:lstStyle/>
          <a:p>
            <a:pPr algn="l" indent="0" marL="0">
              <a:lnSpc>
                <a:spcPts val="1820"/>
              </a:lnSpc>
              <a:buNone/>
            </a:pPr>
            <a:r>
              <a:rPr lang="en-US" sz="1300" dirty="0">
                <a:solidFill>
                  <a:srgbClr val="1E1B3A"/>
                </a:solidFill>
                <a:latin typeface="JetBrains Mono" pitchFamily="49" charset="0"/>
                <a:ea typeface="JetBrains Mono" pitchFamily="49" charset="-122"/>
                <a:cs typeface="JetBrains Mono" pitchFamily="49" charset="-120"/>
              </a:rPr>
              <a:t>.kiro/steering/rules.md</a:t>
            </a:r>
            <a:endParaRPr lang="en-US" sz="1300" dirty="0"/>
          </a:p>
        </p:txBody>
      </p:sp>
      <p:sp>
        <p:nvSpPr>
          <p:cNvPr id="10" name="Text 7"/>
          <p:cNvSpPr/>
          <p:nvPr/>
        </p:nvSpPr>
        <p:spPr>
          <a:xfrm>
            <a:off x="1066800" y="3153271"/>
            <a:ext cx="480072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1B3A"/>
                </a:solidFill>
                <a:latin typeface="Noto Sans JP" pitchFamily="34" charset="0"/>
                <a:ea typeface="Noto Sans JP" pitchFamily="34" charset="-122"/>
                <a:cs typeface="Noto Sans JP" pitchFamily="34" charset="-120"/>
              </a:rPr>
              <a:t>自分用のメモは </a:t>
            </a:r>
            <a:r>
              <a:rPr lang="en-US" sz="1300" b="1" dirty="0">
                <a:solidFill>
                  <a:srgbClr val="1E1B3A"/>
                </a:solidFill>
                <a:latin typeface="Noto Sans JP" pitchFamily="34" charset="0"/>
                <a:ea typeface="Noto Sans JP" pitchFamily="34" charset="-122"/>
                <a:cs typeface="Noto Sans JP" pitchFamily="34" charset="-120"/>
              </a:rPr>
              <a:t>manual</a:t>
            </a:r>
            <a:r>
              <a:rPr lang="en-US" sz="1300" dirty="0">
                <a:solidFill>
                  <a:srgbClr val="1E1B3A"/>
                </a:solidFill>
                <a:latin typeface="Noto Sans JP" pitchFamily="34" charset="0"/>
                <a:ea typeface="Noto Sans JP" pitchFamily="34" charset="-122"/>
                <a:cs typeface="Noto Sans JP" pitchFamily="34" charset="-120"/>
              </a:rPr>
              <a:t> にして、/memo-taro と</a:t>
            </a:r>
            <a:endParaRPr lang="en-US" sz="1300" dirty="0"/>
          </a:p>
          <a:p>
            <a:pPr algn="l" indent="0" marL="0">
              <a:lnSpc>
                <a:spcPts val="1820"/>
              </a:lnSpc>
              <a:buNone/>
            </a:pPr>
            <a:r>
              <a:rPr lang="en-US" sz="1300" dirty="0">
                <a:solidFill>
                  <a:srgbClr val="1E1B3A"/>
                </a:solidFill>
                <a:latin typeface="Noto Sans JP" pitchFamily="34" charset="0"/>
                <a:ea typeface="Noto Sans JP" pitchFamily="34" charset="-122"/>
                <a:cs typeface="Noto Sans JP" pitchFamily="34" charset="-120"/>
              </a:rPr>
              <a:t>呼んだときだけ使う</a:t>
            </a:r>
            <a:endParaRPr lang="en-US" sz="1300" dirty="0"/>
          </a:p>
        </p:txBody>
      </p:sp>
      <p:sp>
        <p:nvSpPr>
          <p:cNvPr id="11" name="Shape 8"/>
          <p:cNvSpPr/>
          <p:nvPr/>
        </p:nvSpPr>
        <p:spPr>
          <a:xfrm>
            <a:off x="6210300" y="1377950"/>
            <a:ext cx="5168900" cy="2491482"/>
          </a:xfrm>
          <a:prstGeom prst="roundRect">
            <a:avLst>
              <a:gd name="adj" fmla="val 5097"/>
            </a:avLst>
          </a:prstGeom>
          <a:solidFill>
            <a:srgbClr val="FFFFFF"/>
          </a:solidFill>
          <a:ln/>
        </p:spPr>
      </p:sp>
      <p:sp>
        <p:nvSpPr>
          <p:cNvPr id="12" name="Shape 9"/>
          <p:cNvSpPr/>
          <p:nvPr/>
        </p:nvSpPr>
        <p:spPr>
          <a:xfrm>
            <a:off x="6210300" y="1377950"/>
            <a:ext cx="5168900" cy="2491482"/>
          </a:xfrm>
          <a:custGeom>
            <a:avLst/>
            <a:gdLst/>
            <a:ahLst/>
            <a:cxnLst/>
            <a:rect l="l" t="t" r="r" b="b"/>
            <a:pathLst>
              <a:path w="5168900" h="2491482">
                <a:moveTo>
                  <a:pt x="0" y="127000"/>
                </a:moveTo>
                <a:lnTo>
                  <a:pt x="0" y="127000"/>
                </a:lnTo>
                <a:arcTo hR="127000" wR="127000" stAng="10800000" swAng="5400000"/>
                <a:lnTo>
                  <a:pt x="5041900" y="0"/>
                </a:lnTo>
                <a:arcTo hR="127000" wR="127000" stAng="16200000" swAng="5400000"/>
                <a:lnTo>
                  <a:pt x="5168900" y="127000"/>
                </a:lnTo>
                <a:arcTo hR="76200" wR="127000" stAng="0" swAng="-5400000"/>
                <a:lnTo>
                  <a:pt x="127000" y="50800"/>
                </a:lnTo>
                <a:arcTo hR="76200" wR="127000" stAng="16200000" swAng="-5400000"/>
                <a:close/>
              </a:path>
            </a:pathLst>
          </a:custGeom>
          <a:solidFill>
            <a:srgbClr val="E07B39"/>
          </a:solidFill>
          <a:ln/>
        </p:spPr>
      </p:sp>
      <p:pic>
        <p:nvPicPr>
          <p:cNvPr id="13" name="Image 1" descr="Lightning">    </p:cNvPr>
          <p:cNvPicPr>
            <a:picLocks noChangeAspect="1"/>
          </p:cNvPicPr>
          <p:nvPr/>
        </p:nvPicPr>
        <p:blipFill>
          <a:blip r:embed="rId2"/>
          <a:srcRect l="0" r="0" t="0" b="0"/>
          <a:stretch/>
        </p:blipFill>
        <p:spPr>
          <a:xfrm>
            <a:off x="6464300" y="1682750"/>
            <a:ext cx="457200" cy="457200"/>
          </a:xfrm>
          <a:prstGeom prst="rect">
            <a:avLst/>
          </a:prstGeom>
        </p:spPr>
      </p:pic>
      <p:sp>
        <p:nvSpPr>
          <p:cNvPr id="14" name="Text 10"/>
          <p:cNvSpPr/>
          <p:nvPr/>
        </p:nvSpPr>
        <p:spPr>
          <a:xfrm>
            <a:off x="7048500" y="1758950"/>
            <a:ext cx="94738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E1B3A"/>
                </a:solidFill>
                <a:latin typeface="Noto Sans JP" pitchFamily="34" charset="0"/>
                <a:ea typeface="Noto Sans JP" pitchFamily="34" charset="-122"/>
                <a:cs typeface="Noto Sans JP" pitchFamily="34" charset="-120"/>
              </a:rPr>
              <a:t>Hooks</a:t>
            </a:r>
            <a:endParaRPr lang="en-US" sz="2000" dirty="0"/>
          </a:p>
        </p:txBody>
      </p:sp>
      <p:sp>
        <p:nvSpPr>
          <p:cNvPr id="15" name="Text 11"/>
          <p:cNvSpPr/>
          <p:nvPr/>
        </p:nvSpPr>
        <p:spPr>
          <a:xfrm>
            <a:off x="6464300" y="2266950"/>
            <a:ext cx="480072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760"/>
                </a:solidFill>
                <a:latin typeface="Noto Sans JP" pitchFamily="34" charset="0"/>
                <a:ea typeface="Noto Sans JP" pitchFamily="34" charset="-122"/>
                <a:cs typeface="Noto Sans JP" pitchFamily="34" charset="-120"/>
              </a:rPr>
              <a:t>決まったタイミングで、決まった作業を自動で行う</a:t>
            </a:r>
            <a:endParaRPr lang="en-US" sz="1400" dirty="0"/>
          </a:p>
        </p:txBody>
      </p:sp>
      <p:sp>
        <p:nvSpPr>
          <p:cNvPr id="16" name="Text 12"/>
          <p:cNvSpPr/>
          <p:nvPr/>
        </p:nvSpPr>
        <p:spPr>
          <a:xfrm>
            <a:off x="6464300" y="2642791"/>
            <a:ext cx="965200" cy="553641"/>
          </a:xfrm>
          <a:prstGeom prst="roundRect">
            <a:avLst>
              <a:gd name="adj" fmla="val 11470"/>
            </a:avLst>
          </a:prstGeom>
          <a:solidFill>
            <a:srgbClr val="FFF1E6"/>
          </a:solidFill>
          <a:ln/>
        </p:spPr>
        <p:txBody>
          <a:bodyPr wrap="square" lIns="83001" tIns="44901" rIns="32201" bIns="19501" rtlCol="0" anchor="t">
            <a:normAutofit/>
          </a:bodyPr>
          <a:lstStyle/>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.md を</a:t>
            </a:r>
            <a:endParaRPr lang="en-US" sz="1200" dirty="0"/>
          </a:p>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保存したら</a:t>
            </a:r>
            <a:endParaRPr lang="en-US" sz="1200" dirty="0"/>
          </a:p>
        </p:txBody>
      </p:sp>
      <p:pic>
        <p:nvPicPr>
          <p:cNvPr id="17" name="Image 2" descr="arrow-right">    </p:cNvPr>
          <p:cNvPicPr>
            <a:picLocks noChangeAspect="1"/>
          </p:cNvPicPr>
          <p:nvPr/>
        </p:nvPicPr>
        <p:blipFill>
          <a:blip r:embed="rId3"/>
          <a:srcRect l="0" r="0" t="0" b="0"/>
          <a:stretch/>
        </p:blipFill>
        <p:spPr>
          <a:xfrm>
            <a:off x="7505700" y="2830711"/>
            <a:ext cx="355600" cy="177800"/>
          </a:xfrm>
          <a:prstGeom prst="rect">
            <a:avLst/>
          </a:prstGeom>
        </p:spPr>
      </p:pic>
      <p:sp>
        <p:nvSpPr>
          <p:cNvPr id="18" name="Text 13"/>
          <p:cNvSpPr/>
          <p:nvPr/>
        </p:nvSpPr>
        <p:spPr>
          <a:xfrm>
            <a:off x="7937500" y="2642791"/>
            <a:ext cx="1422400" cy="553641"/>
          </a:xfrm>
          <a:prstGeom prst="roundRect">
            <a:avLst>
              <a:gd name="adj" fmla="val 11470"/>
            </a:avLst>
          </a:prstGeom>
          <a:solidFill>
            <a:srgbClr val="FFF1E6"/>
          </a:solidFill>
          <a:ln/>
        </p:spPr>
        <p:txBody>
          <a:bodyPr wrap="square" lIns="83001" tIns="44901" rIns="32201" bIns="19501" rtlCol="0" anchor="t">
            <a:normAutofit/>
          </a:bodyPr>
          <a:lstStyle/>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個人情報がないか</a:t>
            </a:r>
            <a:endParaRPr lang="en-US" sz="1200" dirty="0"/>
          </a:p>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点検して知らせる</a:t>
            </a:r>
            <a:endParaRPr lang="en-US" sz="1200" dirty="0"/>
          </a:p>
        </p:txBody>
      </p:sp>
      <p:sp>
        <p:nvSpPr>
          <p:cNvPr id="19" name="Text 14"/>
          <p:cNvSpPr/>
          <p:nvPr/>
        </p:nvSpPr>
        <p:spPr>
          <a:xfrm>
            <a:off x="6464300" y="3323431"/>
            <a:ext cx="48007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1B3A"/>
                </a:solidFill>
                <a:latin typeface="Noto Sans JP" pitchFamily="34" charset="0"/>
                <a:ea typeface="Noto Sans JP" pitchFamily="34" charset="-122"/>
                <a:cs typeface="Noto Sans JP" pitchFamily="34" charset="-120"/>
              </a:rPr>
              <a:t>点検するのは </a:t>
            </a:r>
            <a:r>
              <a:rPr lang="en-US" sz="1300" b="1" dirty="0">
                <a:solidFill>
                  <a:srgbClr val="1E1B3A"/>
                </a:solidFill>
                <a:latin typeface="Noto Sans JP" pitchFamily="34" charset="0"/>
                <a:ea typeface="Noto Sans JP" pitchFamily="34" charset="-122"/>
                <a:cs typeface="Noto Sans JP" pitchFamily="34" charset="-120"/>
              </a:rPr>
              <a:t>participants/taro/ だけ</a:t>
            </a:r>
            <a:r>
              <a:rPr lang="en-US" sz="1300" dirty="0">
                <a:solidFill>
                  <a:srgbClr val="1E1B3A"/>
                </a:solidFill>
                <a:latin typeface="Noto Sans JP" pitchFamily="34" charset="0"/>
                <a:ea typeface="Noto Sans JP" pitchFamily="34" charset="-122"/>
                <a:cs typeface="Noto Sans JP" pitchFamily="34" charset="-120"/>
              </a:rPr>
              <a:t> にする</a:t>
            </a:r>
            <a:endParaRPr lang="en-US" sz="1300" dirty="0"/>
          </a:p>
        </p:txBody>
      </p:sp>
      <p:sp>
        <p:nvSpPr>
          <p:cNvPr id="20" name="Text 15"/>
          <p:cNvSpPr/>
          <p:nvPr/>
        </p:nvSpPr>
        <p:spPr>
          <a:xfrm>
            <a:off x="812800" y="4098032"/>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作り方：Kiro パネル（おばけのアイコン）→ Agent Hooks の「+」→ Ask Kiro to create a hook</a:t>
            </a:r>
            <a:endParaRPr lang="en-US" sz="1300" dirty="0"/>
          </a:p>
        </p:txBody>
      </p:sp>
      <p:sp>
        <p:nvSpPr>
          <p:cNvPr id="21" name="Text 16"/>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22" name="Text 17"/>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docs/05-steering-and-hooks.md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776585"/>
            <a:ext cx="1064617" cy="307280"/>
          </a:xfrm>
          <a:custGeom>
            <a:avLst/>
            <a:gdLst/>
            <a:ahLst/>
            <a:cxnLst/>
            <a:rect l="l" t="t" r="r" b="b"/>
            <a:pathLst>
              <a:path w="1064617" h="307280">
                <a:moveTo>
                  <a:pt x="153640" y="0"/>
                </a:moveTo>
                <a:lnTo>
                  <a:pt x="910977" y="0"/>
                </a:lnTo>
                <a:arcTo hR="153640" wR="153640" stAng="16200000" swAng="5400000"/>
                <a:lnTo>
                  <a:pt x="1064617"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STEP 6〜7</a:t>
            </a:r>
            <a:endParaRPr lang="en-US" sz="1300" dirty="0"/>
          </a:p>
        </p:txBody>
      </p:sp>
      <p:sp>
        <p:nvSpPr>
          <p:cNvPr id="3" name="Text 1"/>
          <p:cNvSpPr/>
          <p:nvPr>
            <p:ph type="title"/>
          </p:nvPr>
        </p:nvSpPr>
        <p:spPr>
          <a:xfrm>
            <a:off x="1979017" y="711200"/>
            <a:ext cx="5649278"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Spec：決めてから作らせる</a:t>
            </a:r>
            <a:endParaRPr lang="en-US" sz="3000" dirty="0"/>
          </a:p>
        </p:txBody>
      </p:sp>
      <p:sp>
        <p:nvSpPr>
          <p:cNvPr id="4" name="Shape 2"/>
          <p:cNvSpPr/>
          <p:nvPr/>
        </p:nvSpPr>
        <p:spPr>
          <a:xfrm>
            <a:off x="812800" y="1327150"/>
            <a:ext cx="10566400" cy="749300"/>
          </a:xfrm>
          <a:prstGeom prst="roundRect">
            <a:avLst>
              <a:gd name="adj" fmla="val 13559"/>
            </a:avLst>
          </a:prstGeom>
          <a:solidFill>
            <a:srgbClr val="1E1B3A"/>
          </a:solidFill>
          <a:ln/>
        </p:spPr>
      </p:sp>
      <p:sp>
        <p:nvSpPr>
          <p:cNvPr id="5" name="Text 3"/>
          <p:cNvSpPr/>
          <p:nvPr/>
        </p:nvSpPr>
        <p:spPr>
          <a:xfrm>
            <a:off x="1016000" y="1560810"/>
            <a:ext cx="909737" cy="281880"/>
          </a:xfrm>
          <a:prstGeom prst="roundRect">
            <a:avLst>
              <a:gd name="adj" fmla="val 18022"/>
            </a:avLst>
          </a:prstGeom>
          <a:solidFill>
            <a:srgbClr val="B9A8FF"/>
          </a:solidFill>
          <a:ln/>
        </p:spPr>
        <p:txBody>
          <a:bodyPr wrap="none" lIns="0" tIns="0" rIns="0" bIns="0" rtlCol="0" anchor="ctr">
            <a:normAutofit/>
          </a:bodyPr>
          <a:lstStyle/>
          <a:p>
            <a:pPr algn="ctr" indent="0" marL="0">
              <a:lnSpc>
                <a:spcPts val="1820"/>
              </a:lnSpc>
              <a:buNone/>
            </a:pPr>
            <a:r>
              <a:rPr lang="en-US" sz="1300" b="1" dirty="0">
                <a:solidFill>
                  <a:srgbClr val="1E1B3A"/>
                </a:solidFill>
                <a:latin typeface="Noto Sans JP" pitchFamily="34" charset="0"/>
                <a:ea typeface="Noto Sans JP" pitchFamily="34" charset="-122"/>
                <a:cs typeface="Noto Sans JP" pitchFamily="34" charset="-120"/>
              </a:rPr>
              <a:t>SDD とは</a:t>
            </a:r>
            <a:endParaRPr lang="en-US" sz="1300" dirty="0"/>
          </a:p>
        </p:txBody>
      </p:sp>
      <p:sp>
        <p:nvSpPr>
          <p:cNvPr id="6" name="Text 4"/>
          <p:cNvSpPr/>
          <p:nvPr/>
        </p:nvSpPr>
        <p:spPr>
          <a:xfrm>
            <a:off x="2052737" y="1454150"/>
            <a:ext cx="9396961"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7F6FB"/>
                </a:solidFill>
                <a:latin typeface="Noto Sans JP" pitchFamily="34" charset="0"/>
                <a:ea typeface="Noto Sans JP" pitchFamily="34" charset="-122"/>
                <a:cs typeface="Noto Sans JP" pitchFamily="34" charset="-120"/>
              </a:rPr>
              <a:t>仕様駆動開発（Spec-Driven Development）。AI にいきなり作らせず、</a:t>
            </a:r>
            <a:endParaRPr lang="en-US" sz="1300" dirty="0"/>
          </a:p>
          <a:p>
            <a:pPr algn="l" indent="0" marL="0">
              <a:lnSpc>
                <a:spcPts val="1950"/>
              </a:lnSpc>
              <a:buNone/>
            </a:pPr>
            <a:r>
              <a:rPr lang="en-US" sz="1300" dirty="0">
                <a:solidFill>
                  <a:srgbClr val="F7F6FB"/>
                </a:solidFill>
                <a:latin typeface="Noto Sans JP" pitchFamily="34" charset="0"/>
                <a:ea typeface="Noto Sans JP" pitchFamily="34" charset="-122"/>
                <a:cs typeface="Noto Sans JP" pitchFamily="34" charset="-120"/>
              </a:rPr>
              <a:t>先に「何を・どう作るか」を文書にして人が確認し、その文書どおりに作らせる進め方</a:t>
            </a:r>
            <a:endParaRPr lang="en-US" sz="1300" dirty="0"/>
          </a:p>
        </p:txBody>
      </p:sp>
      <p:sp>
        <p:nvSpPr>
          <p:cNvPr id="7" name="Shape 5"/>
          <p:cNvSpPr/>
          <p:nvPr/>
        </p:nvSpPr>
        <p:spPr>
          <a:xfrm>
            <a:off x="819150" y="2260600"/>
            <a:ext cx="10553700" cy="693341"/>
          </a:xfrm>
          <a:prstGeom prst="roundRect">
            <a:avLst>
              <a:gd name="adj" fmla="val 13738"/>
            </a:avLst>
          </a:prstGeom>
          <a:solidFill>
            <a:srgbClr val="FFFFFF"/>
          </a:solidFill>
          <a:ln w="12700">
            <a:solidFill>
              <a:srgbClr val="D6D2E6"/>
            </a:solidFill>
            <a:prstDash val="solid"/>
          </a:ln>
        </p:spPr>
      </p:sp>
      <p:pic>
        <p:nvPicPr>
          <p:cNvPr id="8" name="Image 0" descr="Chat">    </p:cNvPr>
          <p:cNvPicPr>
            <a:picLocks noChangeAspect="1"/>
          </p:cNvPicPr>
          <p:nvPr/>
        </p:nvPicPr>
        <p:blipFill>
          <a:blip r:embed="rId1"/>
          <a:srcRect l="-555" r="-555" t="0" b="0"/>
          <a:stretch/>
        </p:blipFill>
        <p:spPr>
          <a:xfrm>
            <a:off x="1003300" y="2480270"/>
            <a:ext cx="243979" cy="254000"/>
          </a:xfrm>
          <a:prstGeom prst="rect">
            <a:avLst/>
          </a:prstGeom>
        </p:spPr>
      </p:pic>
      <p:sp>
        <p:nvSpPr>
          <p:cNvPr id="9" name="Text 6"/>
          <p:cNvSpPr/>
          <p:nvPr/>
        </p:nvSpPr>
        <p:spPr>
          <a:xfrm>
            <a:off x="1323479" y="2491680"/>
            <a:ext cx="1318121" cy="25648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4A4760"/>
                </a:solidFill>
                <a:latin typeface="Noto Sans JP" pitchFamily="34" charset="0"/>
                <a:ea typeface="Noto Sans JP" pitchFamily="34" charset="-122"/>
                <a:cs typeface="Noto Sans JP" pitchFamily="34" charset="-120"/>
              </a:rPr>
              <a:t>いつものチャット</a:t>
            </a:r>
            <a:endParaRPr lang="en-US" sz="1300" dirty="0"/>
          </a:p>
        </p:txBody>
      </p:sp>
      <p:sp>
        <p:nvSpPr>
          <p:cNvPr id="10" name="Text 7"/>
          <p:cNvSpPr/>
          <p:nvPr/>
        </p:nvSpPr>
        <p:spPr>
          <a:xfrm>
            <a:off x="2743200" y="2449810"/>
            <a:ext cx="533400" cy="314920"/>
          </a:xfrm>
          <a:prstGeom prst="roundRect">
            <a:avLst>
              <a:gd name="adj" fmla="val 20164"/>
            </a:avLst>
          </a:prstGeom>
          <a:solidFill>
            <a:srgbClr val="F1EFF8"/>
          </a:solidFill>
          <a:ln/>
        </p:spPr>
        <p:txBody>
          <a:bodyPr wrap="none" lIns="0" tIns="0" rIns="0" bIns="0" rtlCol="0" anchor="ctr">
            <a:normAutofit/>
          </a:bodyPr>
          <a:lstStyle/>
          <a:p>
            <a:pPr algn="ctr"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頼む</a:t>
            </a:r>
            <a:endParaRPr lang="en-US" sz="1200" dirty="0"/>
          </a:p>
        </p:txBody>
      </p:sp>
      <p:pic>
        <p:nvPicPr>
          <p:cNvPr id="11" name="Image 1" descr="arrow-right">    </p:cNvPr>
          <p:cNvPicPr>
            <a:picLocks noChangeAspect="1"/>
          </p:cNvPicPr>
          <p:nvPr/>
        </p:nvPicPr>
        <p:blipFill>
          <a:blip r:embed="rId2"/>
          <a:srcRect l="0" r="0" t="0" b="0"/>
          <a:stretch/>
        </p:blipFill>
        <p:spPr>
          <a:xfrm>
            <a:off x="3429000" y="2531070"/>
            <a:ext cx="254000" cy="152400"/>
          </a:xfrm>
          <a:prstGeom prst="rect">
            <a:avLst/>
          </a:prstGeom>
        </p:spPr>
      </p:pic>
      <p:sp>
        <p:nvSpPr>
          <p:cNvPr id="12" name="Text 8"/>
          <p:cNvSpPr/>
          <p:nvPr/>
        </p:nvSpPr>
        <p:spPr>
          <a:xfrm>
            <a:off x="3835400" y="2449810"/>
            <a:ext cx="1466850" cy="314920"/>
          </a:xfrm>
          <a:prstGeom prst="roundRect">
            <a:avLst>
              <a:gd name="adj" fmla="val 20164"/>
            </a:avLst>
          </a:prstGeom>
          <a:solidFill>
            <a:srgbClr val="F1EFF8"/>
          </a:solidFill>
          <a:ln/>
        </p:spPr>
        <p:txBody>
          <a:bodyPr wrap="none" lIns="0" tIns="0" rIns="0" bIns="0" rtlCol="0" anchor="ctr">
            <a:normAutofit/>
          </a:bodyPr>
          <a:lstStyle/>
          <a:p>
            <a:pPr algn="ctr"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AI がいきなり作る</a:t>
            </a:r>
            <a:endParaRPr lang="en-US" sz="1200" dirty="0"/>
          </a:p>
        </p:txBody>
      </p:sp>
      <p:pic>
        <p:nvPicPr>
          <p:cNvPr id="13" name="Image 2" descr="arrow-right">    </p:cNvPr>
          <p:cNvPicPr>
            <a:picLocks noChangeAspect="1"/>
          </p:cNvPicPr>
          <p:nvPr/>
        </p:nvPicPr>
        <p:blipFill>
          <a:blip r:embed="rId3"/>
          <a:srcRect l="0" r="0" t="0" b="0"/>
          <a:stretch/>
        </p:blipFill>
        <p:spPr>
          <a:xfrm>
            <a:off x="5454650" y="2531070"/>
            <a:ext cx="254000" cy="152400"/>
          </a:xfrm>
          <a:prstGeom prst="rect">
            <a:avLst/>
          </a:prstGeom>
        </p:spPr>
      </p:pic>
      <p:sp>
        <p:nvSpPr>
          <p:cNvPr id="14" name="Text 9"/>
          <p:cNvSpPr/>
          <p:nvPr/>
        </p:nvSpPr>
        <p:spPr>
          <a:xfrm>
            <a:off x="5861050" y="2449810"/>
            <a:ext cx="990600" cy="314920"/>
          </a:xfrm>
          <a:prstGeom prst="roundRect">
            <a:avLst>
              <a:gd name="adj" fmla="val 20164"/>
            </a:avLst>
          </a:prstGeom>
          <a:solidFill>
            <a:srgbClr val="F1EFF8"/>
          </a:solidFill>
          <a:ln/>
        </p:spPr>
        <p:txBody>
          <a:bodyPr wrap="none" lIns="0" tIns="0" rIns="0" bIns="0" rtlCol="0" anchor="ctr">
            <a:normAutofit/>
          </a:bodyPr>
          <a:lstStyle/>
          <a:p>
            <a:pPr algn="ctr"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できあがり</a:t>
            </a:r>
            <a:endParaRPr lang="en-US" sz="1200" dirty="0"/>
          </a:p>
        </p:txBody>
      </p:sp>
      <p:pic>
        <p:nvPicPr>
          <p:cNvPr id="15" name="Image 3" descr="Warning">    </p:cNvPr>
          <p:cNvPicPr>
            <a:picLocks noChangeAspect="1"/>
          </p:cNvPicPr>
          <p:nvPr/>
        </p:nvPicPr>
        <p:blipFill>
          <a:blip r:embed="rId4"/>
          <a:srcRect l="0" r="0" t="0" b="0"/>
          <a:stretch/>
        </p:blipFill>
        <p:spPr>
          <a:xfrm>
            <a:off x="9097764" y="2505670"/>
            <a:ext cx="203200" cy="203200"/>
          </a:xfrm>
          <a:prstGeom prst="rect">
            <a:avLst/>
          </a:prstGeom>
        </p:spPr>
      </p:pic>
      <p:sp>
        <p:nvSpPr>
          <p:cNvPr id="16" name="Text 10"/>
          <p:cNvSpPr/>
          <p:nvPr/>
        </p:nvSpPr>
        <p:spPr>
          <a:xfrm>
            <a:off x="9364464" y="2393950"/>
            <a:ext cx="187896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531A"/>
                </a:solidFill>
                <a:latin typeface="Noto Sans JP" pitchFamily="34" charset="0"/>
                <a:ea typeface="Noto Sans JP" pitchFamily="34" charset="-122"/>
                <a:cs typeface="Noto Sans JP" pitchFamily="34" charset="-120"/>
              </a:rPr>
              <a:t>完成してから、</a:t>
            </a:r>
            <a:endParaRPr lang="en-US" sz="1200" dirty="0"/>
          </a:p>
          <a:p>
            <a:pPr algn="l" indent="0" marL="0">
              <a:lnSpc>
                <a:spcPts val="1680"/>
              </a:lnSpc>
              <a:buNone/>
            </a:pPr>
            <a:r>
              <a:rPr lang="en-US" sz="1200" dirty="0">
                <a:solidFill>
                  <a:srgbClr val="B4531A"/>
                </a:solidFill>
                <a:latin typeface="Noto Sans JP" pitchFamily="34" charset="0"/>
                <a:ea typeface="Noto Sans JP" pitchFamily="34" charset="-122"/>
                <a:cs typeface="Noto Sans JP" pitchFamily="34" charset="-120"/>
              </a:rPr>
              <a:t>イメージとのずれに気づく</a:t>
            </a:r>
            <a:endParaRPr lang="en-US" sz="1200" dirty="0"/>
          </a:p>
        </p:txBody>
      </p:sp>
      <p:sp>
        <p:nvSpPr>
          <p:cNvPr id="17" name="Shape 11"/>
          <p:cNvSpPr/>
          <p:nvPr/>
        </p:nvSpPr>
        <p:spPr>
          <a:xfrm>
            <a:off x="822325" y="3147616"/>
            <a:ext cx="10547350" cy="1316831"/>
          </a:xfrm>
          <a:prstGeom prst="roundRect">
            <a:avLst>
              <a:gd name="adj" fmla="val 6992"/>
            </a:avLst>
          </a:prstGeom>
          <a:solidFill>
            <a:srgbClr val="FFFFFF"/>
          </a:solidFill>
          <a:ln w="19050">
            <a:solidFill>
              <a:srgbClr val="6A4BE0"/>
            </a:solidFill>
            <a:prstDash val="solid"/>
          </a:ln>
        </p:spPr>
      </p:sp>
      <p:pic>
        <p:nvPicPr>
          <p:cNvPr id="18" name="Image 4" descr="Book">    </p:cNvPr>
          <p:cNvPicPr>
            <a:picLocks noChangeAspect="1"/>
          </p:cNvPicPr>
          <p:nvPr/>
        </p:nvPicPr>
        <p:blipFill>
          <a:blip r:embed="rId5"/>
          <a:srcRect l="0" r="0" t="0" b="0"/>
          <a:stretch/>
        </p:blipFill>
        <p:spPr>
          <a:xfrm>
            <a:off x="1009650" y="3334941"/>
            <a:ext cx="254000" cy="254000"/>
          </a:xfrm>
          <a:prstGeom prst="rect">
            <a:avLst/>
          </a:prstGeom>
        </p:spPr>
      </p:pic>
      <p:sp>
        <p:nvSpPr>
          <p:cNvPr id="19" name="Text 12"/>
          <p:cNvSpPr/>
          <p:nvPr/>
        </p:nvSpPr>
        <p:spPr>
          <a:xfrm>
            <a:off x="1339850" y="3346351"/>
            <a:ext cx="1112143" cy="25648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6A4BE0"/>
                </a:solidFill>
                <a:latin typeface="Noto Sans JP" pitchFamily="34" charset="0"/>
                <a:ea typeface="Noto Sans JP" pitchFamily="34" charset="-122"/>
                <a:cs typeface="Noto Sans JP" pitchFamily="34" charset="-120"/>
              </a:rPr>
              <a:t>Spec（SDD）</a:t>
            </a:r>
            <a:endParaRPr lang="en-US" sz="1300" dirty="0"/>
          </a:p>
        </p:txBody>
      </p:sp>
      <p:sp>
        <p:nvSpPr>
          <p:cNvPr id="20" name="Text 13"/>
          <p:cNvSpPr/>
          <p:nvPr/>
        </p:nvSpPr>
        <p:spPr>
          <a:xfrm>
            <a:off x="2749550" y="3284141"/>
            <a:ext cx="533400" cy="314920"/>
          </a:xfrm>
          <a:prstGeom prst="roundRect">
            <a:avLst>
              <a:gd name="adj" fmla="val 20164"/>
            </a:avLst>
          </a:prstGeom>
          <a:solidFill>
            <a:srgbClr val="F1EFF8"/>
          </a:solidFill>
          <a:ln/>
        </p:spPr>
        <p:txBody>
          <a:bodyPr wrap="none" lIns="0" tIns="0" rIns="0" bIns="0" rtlCol="0" anchor="ctr">
            <a:normAutofit/>
          </a:bodyPr>
          <a:lstStyle/>
          <a:p>
            <a:pPr algn="ctr"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頼む</a:t>
            </a:r>
            <a:endParaRPr lang="en-US" sz="1200" dirty="0"/>
          </a:p>
        </p:txBody>
      </p:sp>
      <p:pic>
        <p:nvPicPr>
          <p:cNvPr id="21" name="Image 5" descr="arrow-right">    </p:cNvPr>
          <p:cNvPicPr>
            <a:picLocks noChangeAspect="1"/>
          </p:cNvPicPr>
          <p:nvPr/>
        </p:nvPicPr>
        <p:blipFill>
          <a:blip r:embed="rId6"/>
          <a:srcRect l="0" r="0" t="0" b="0"/>
          <a:stretch/>
        </p:blipFill>
        <p:spPr>
          <a:xfrm>
            <a:off x="3435350" y="3284141"/>
            <a:ext cx="203200" cy="152400"/>
          </a:xfrm>
          <a:prstGeom prst="rect">
            <a:avLst/>
          </a:prstGeom>
        </p:spPr>
      </p:pic>
      <p:sp>
        <p:nvSpPr>
          <p:cNvPr id="22" name="Text 14"/>
          <p:cNvSpPr/>
          <p:nvPr/>
        </p:nvSpPr>
        <p:spPr>
          <a:xfrm>
            <a:off x="3945037" y="3284141"/>
            <a:ext cx="720427" cy="314920"/>
          </a:xfrm>
          <a:prstGeom prst="roundRect">
            <a:avLst>
              <a:gd name="adj" fmla="val 20164"/>
            </a:avLst>
          </a:prstGeom>
          <a:solidFill>
            <a:srgbClr val="6A4BE0"/>
          </a:solidFill>
          <a:ln/>
        </p:spPr>
        <p:txBody>
          <a:bodyPr wrap="none" lIns="0" tIns="0" rIns="0" bIns="0" rtlCol="0" anchor="ctr">
            <a:normAutofit/>
          </a:bodyPr>
          <a:lstStyle/>
          <a:p>
            <a:pPr algn="ctr" indent="0" marL="0">
              <a:lnSpc>
                <a:spcPts val="1680"/>
              </a:lnSpc>
              <a:buNone/>
            </a:pPr>
            <a:r>
              <a:rPr lang="en-US" sz="1200" b="1" dirty="0">
                <a:solidFill>
                  <a:srgbClr val="F7F6FB"/>
                </a:solidFill>
                <a:latin typeface="Noto Sans JP" pitchFamily="34" charset="0"/>
                <a:ea typeface="Noto Sans JP" pitchFamily="34" charset="-122"/>
                <a:cs typeface="Noto Sans JP" pitchFamily="34" charset="-120"/>
              </a:rPr>
              <a:t>① 要件</a:t>
            </a:r>
            <a:endParaRPr lang="en-US" sz="1200" dirty="0"/>
          </a:p>
        </p:txBody>
      </p:sp>
      <p:sp>
        <p:nvSpPr>
          <p:cNvPr id="23" name="Text 15"/>
          <p:cNvSpPr/>
          <p:nvPr/>
        </p:nvSpPr>
        <p:spPr>
          <a:xfrm>
            <a:off x="3790950" y="3637161"/>
            <a:ext cx="1234440" cy="185341"/>
          </a:xfrm>
          <a:prstGeom prst="rect">
            <a:avLst/>
          </a:prstGeom>
          <a:noFill/>
          <a:ln/>
        </p:spPr>
        <p:txBody>
          <a:bodyPr wrap="square" lIns="0" tIns="0" rIns="0" bIns="0" rtlCol="0" anchor="t">
            <a:normAutofit/>
          </a:bodyPr>
          <a:lstStyle/>
          <a:p>
            <a:pPr algn="l" indent="0" marL="0">
              <a:lnSpc>
                <a:spcPts val="1260"/>
              </a:lnSpc>
              <a:buNone/>
            </a:pPr>
            <a:r>
              <a:rPr lang="en-US" sz="900" dirty="0">
                <a:solidFill>
                  <a:srgbClr val="4A4760"/>
                </a:solidFill>
                <a:latin typeface="JetBrains Mono" pitchFamily="49" charset="0"/>
                <a:ea typeface="JetBrains Mono" pitchFamily="49" charset="-122"/>
                <a:cs typeface="JetBrains Mono" pitchFamily="49" charset="-120"/>
              </a:rPr>
              <a:t>requirements.md</a:t>
            </a:r>
            <a:endParaRPr lang="en-US" sz="900" dirty="0"/>
          </a:p>
        </p:txBody>
      </p:sp>
      <p:sp>
        <p:nvSpPr>
          <p:cNvPr id="24" name="Text 16"/>
          <p:cNvSpPr/>
          <p:nvPr/>
        </p:nvSpPr>
        <p:spPr>
          <a:xfrm>
            <a:off x="4000500" y="3835202"/>
            <a:ext cx="609600" cy="2032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6A4BE0"/>
                </a:solidFill>
                <a:latin typeface="Noto Sans JP" pitchFamily="34" charset="0"/>
                <a:ea typeface="Noto Sans JP" pitchFamily="34" charset="-122"/>
                <a:cs typeface="Noto Sans JP" pitchFamily="34" charset="-120"/>
              </a:rPr>
              <a:t>人が確認</a:t>
            </a:r>
            <a:endParaRPr lang="en-US" sz="1000" dirty="0"/>
          </a:p>
        </p:txBody>
      </p:sp>
      <p:pic>
        <p:nvPicPr>
          <p:cNvPr id="25" name="Image 6" descr="arrow-right">    </p:cNvPr>
          <p:cNvPicPr>
            <a:picLocks noChangeAspect="1"/>
          </p:cNvPicPr>
          <p:nvPr/>
        </p:nvPicPr>
        <p:blipFill>
          <a:blip r:embed="rId7"/>
          <a:srcRect l="0" r="0" t="0" b="0"/>
          <a:stretch/>
        </p:blipFill>
        <p:spPr>
          <a:xfrm>
            <a:off x="4972050" y="3284141"/>
            <a:ext cx="203200" cy="152400"/>
          </a:xfrm>
          <a:prstGeom prst="rect">
            <a:avLst/>
          </a:prstGeom>
        </p:spPr>
      </p:pic>
      <p:sp>
        <p:nvSpPr>
          <p:cNvPr id="26" name="Text 17"/>
          <p:cNvSpPr/>
          <p:nvPr/>
        </p:nvSpPr>
        <p:spPr>
          <a:xfrm>
            <a:off x="5327650" y="3284141"/>
            <a:ext cx="720427" cy="314920"/>
          </a:xfrm>
          <a:prstGeom prst="roundRect">
            <a:avLst>
              <a:gd name="adj" fmla="val 20164"/>
            </a:avLst>
          </a:prstGeom>
          <a:solidFill>
            <a:srgbClr val="6A4BE0"/>
          </a:solidFill>
          <a:ln/>
        </p:spPr>
        <p:txBody>
          <a:bodyPr wrap="none" lIns="0" tIns="0" rIns="0" bIns="0" rtlCol="0" anchor="ctr">
            <a:normAutofit/>
          </a:bodyPr>
          <a:lstStyle/>
          <a:p>
            <a:pPr algn="ctr" indent="0" marL="0">
              <a:lnSpc>
                <a:spcPts val="1680"/>
              </a:lnSpc>
              <a:buNone/>
            </a:pPr>
            <a:r>
              <a:rPr lang="en-US" sz="1200" b="1" dirty="0">
                <a:solidFill>
                  <a:srgbClr val="F7F6FB"/>
                </a:solidFill>
                <a:latin typeface="Noto Sans JP" pitchFamily="34" charset="0"/>
                <a:ea typeface="Noto Sans JP" pitchFamily="34" charset="-122"/>
                <a:cs typeface="Noto Sans JP" pitchFamily="34" charset="-120"/>
              </a:rPr>
              <a:t>② 設計</a:t>
            </a:r>
            <a:endParaRPr lang="en-US" sz="1200" dirty="0"/>
          </a:p>
        </p:txBody>
      </p:sp>
      <p:sp>
        <p:nvSpPr>
          <p:cNvPr id="27" name="Text 18"/>
          <p:cNvSpPr/>
          <p:nvPr/>
        </p:nvSpPr>
        <p:spPr>
          <a:xfrm>
            <a:off x="5317520" y="3637161"/>
            <a:ext cx="740688" cy="185341"/>
          </a:xfrm>
          <a:prstGeom prst="rect">
            <a:avLst/>
          </a:prstGeom>
          <a:noFill/>
          <a:ln/>
        </p:spPr>
        <p:txBody>
          <a:bodyPr wrap="square" lIns="0" tIns="0" rIns="0" bIns="0" rtlCol="0" anchor="t">
            <a:normAutofit/>
          </a:bodyPr>
          <a:lstStyle/>
          <a:p>
            <a:pPr algn="ctr" indent="0" marL="0">
              <a:lnSpc>
                <a:spcPts val="1260"/>
              </a:lnSpc>
              <a:buNone/>
            </a:pPr>
            <a:r>
              <a:rPr lang="en-US" sz="900" dirty="0">
                <a:solidFill>
                  <a:srgbClr val="4A4760"/>
                </a:solidFill>
                <a:latin typeface="JetBrains Mono" pitchFamily="49" charset="0"/>
                <a:ea typeface="JetBrains Mono" pitchFamily="49" charset="-122"/>
                <a:cs typeface="JetBrains Mono" pitchFamily="49" charset="-120"/>
              </a:rPr>
              <a:t>design.md</a:t>
            </a:r>
            <a:endParaRPr lang="en-US" sz="900" dirty="0"/>
          </a:p>
        </p:txBody>
      </p:sp>
      <p:sp>
        <p:nvSpPr>
          <p:cNvPr id="28" name="Text 19"/>
          <p:cNvSpPr/>
          <p:nvPr/>
        </p:nvSpPr>
        <p:spPr>
          <a:xfrm>
            <a:off x="5383014" y="3835202"/>
            <a:ext cx="609600" cy="2032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6A4BE0"/>
                </a:solidFill>
                <a:latin typeface="Noto Sans JP" pitchFamily="34" charset="0"/>
                <a:ea typeface="Noto Sans JP" pitchFamily="34" charset="-122"/>
                <a:cs typeface="Noto Sans JP" pitchFamily="34" charset="-120"/>
              </a:rPr>
              <a:t>人が確認</a:t>
            </a:r>
            <a:endParaRPr lang="en-US" sz="1000" dirty="0"/>
          </a:p>
        </p:txBody>
      </p:sp>
      <p:pic>
        <p:nvPicPr>
          <p:cNvPr id="29" name="Image 7" descr="arrow-right">    </p:cNvPr>
          <p:cNvPicPr>
            <a:picLocks noChangeAspect="1"/>
          </p:cNvPicPr>
          <p:nvPr/>
        </p:nvPicPr>
        <p:blipFill>
          <a:blip r:embed="rId8"/>
          <a:srcRect l="0" r="0" t="0" b="0"/>
          <a:stretch/>
        </p:blipFill>
        <p:spPr>
          <a:xfrm>
            <a:off x="6200477" y="3284141"/>
            <a:ext cx="203200" cy="152400"/>
          </a:xfrm>
          <a:prstGeom prst="rect">
            <a:avLst/>
          </a:prstGeom>
        </p:spPr>
      </p:pic>
      <p:sp>
        <p:nvSpPr>
          <p:cNvPr id="30" name="Text 20"/>
          <p:cNvSpPr/>
          <p:nvPr/>
        </p:nvSpPr>
        <p:spPr>
          <a:xfrm>
            <a:off x="6556077" y="3284141"/>
            <a:ext cx="872827" cy="314920"/>
          </a:xfrm>
          <a:prstGeom prst="roundRect">
            <a:avLst>
              <a:gd name="adj" fmla="val 20164"/>
            </a:avLst>
          </a:prstGeom>
          <a:solidFill>
            <a:srgbClr val="6A4BE0"/>
          </a:solidFill>
          <a:ln/>
        </p:spPr>
        <p:txBody>
          <a:bodyPr wrap="none" lIns="0" tIns="0" rIns="0" bIns="0" rtlCol="0" anchor="ctr">
            <a:normAutofit/>
          </a:bodyPr>
          <a:lstStyle/>
          <a:p>
            <a:pPr algn="ctr" indent="0" marL="0">
              <a:lnSpc>
                <a:spcPts val="1680"/>
              </a:lnSpc>
              <a:buNone/>
            </a:pPr>
            <a:r>
              <a:rPr lang="en-US" sz="1200" b="1" dirty="0">
                <a:solidFill>
                  <a:srgbClr val="F7F6FB"/>
                </a:solidFill>
                <a:latin typeface="Noto Sans JP" pitchFamily="34" charset="0"/>
                <a:ea typeface="Noto Sans JP" pitchFamily="34" charset="-122"/>
                <a:cs typeface="Noto Sans JP" pitchFamily="34" charset="-120"/>
              </a:rPr>
              <a:t>③ タスク</a:t>
            </a:r>
            <a:endParaRPr lang="en-US" sz="1200" dirty="0"/>
          </a:p>
        </p:txBody>
      </p:sp>
      <p:sp>
        <p:nvSpPr>
          <p:cNvPr id="31" name="Text 21"/>
          <p:cNvSpPr/>
          <p:nvPr/>
        </p:nvSpPr>
        <p:spPr>
          <a:xfrm>
            <a:off x="6663234" y="3637161"/>
            <a:ext cx="658416" cy="185341"/>
          </a:xfrm>
          <a:prstGeom prst="rect">
            <a:avLst/>
          </a:prstGeom>
          <a:noFill/>
          <a:ln/>
        </p:spPr>
        <p:txBody>
          <a:bodyPr wrap="square" lIns="0" tIns="0" rIns="0" bIns="0" rtlCol="0" anchor="t">
            <a:normAutofit/>
          </a:bodyPr>
          <a:lstStyle/>
          <a:p>
            <a:pPr algn="ctr" indent="0" marL="0">
              <a:lnSpc>
                <a:spcPts val="1260"/>
              </a:lnSpc>
              <a:buNone/>
            </a:pPr>
            <a:r>
              <a:rPr lang="en-US" sz="900" dirty="0">
                <a:solidFill>
                  <a:srgbClr val="4A4760"/>
                </a:solidFill>
                <a:latin typeface="JetBrains Mono" pitchFamily="49" charset="0"/>
                <a:ea typeface="JetBrains Mono" pitchFamily="49" charset="-122"/>
                <a:cs typeface="JetBrains Mono" pitchFamily="49" charset="-120"/>
              </a:rPr>
              <a:t>tasks.md</a:t>
            </a:r>
            <a:endParaRPr lang="en-US" sz="900" dirty="0"/>
          </a:p>
        </p:txBody>
      </p:sp>
      <p:sp>
        <p:nvSpPr>
          <p:cNvPr id="32" name="Text 22"/>
          <p:cNvSpPr/>
          <p:nvPr/>
        </p:nvSpPr>
        <p:spPr>
          <a:xfrm>
            <a:off x="6687641" y="3835202"/>
            <a:ext cx="609600" cy="2032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6A4BE0"/>
                </a:solidFill>
                <a:latin typeface="Noto Sans JP" pitchFamily="34" charset="0"/>
                <a:ea typeface="Noto Sans JP" pitchFamily="34" charset="-122"/>
                <a:cs typeface="Noto Sans JP" pitchFamily="34" charset="-120"/>
              </a:rPr>
              <a:t>人が確認</a:t>
            </a:r>
            <a:endParaRPr lang="en-US" sz="1000" dirty="0"/>
          </a:p>
        </p:txBody>
      </p:sp>
      <p:pic>
        <p:nvPicPr>
          <p:cNvPr id="33" name="Image 8" descr="arrow-right">    </p:cNvPr>
          <p:cNvPicPr>
            <a:picLocks noChangeAspect="1"/>
          </p:cNvPicPr>
          <p:nvPr/>
        </p:nvPicPr>
        <p:blipFill>
          <a:blip r:embed="rId9"/>
          <a:srcRect l="0" r="0" t="0" b="0"/>
          <a:stretch/>
        </p:blipFill>
        <p:spPr>
          <a:xfrm>
            <a:off x="7581305" y="3284141"/>
            <a:ext cx="203200" cy="152400"/>
          </a:xfrm>
          <a:prstGeom prst="rect">
            <a:avLst/>
          </a:prstGeom>
        </p:spPr>
      </p:pic>
      <p:sp>
        <p:nvSpPr>
          <p:cNvPr id="34" name="Text 23"/>
          <p:cNvSpPr/>
          <p:nvPr/>
        </p:nvSpPr>
        <p:spPr>
          <a:xfrm>
            <a:off x="7936905" y="3284141"/>
            <a:ext cx="533400" cy="314920"/>
          </a:xfrm>
          <a:prstGeom prst="roundRect">
            <a:avLst>
              <a:gd name="adj" fmla="val 20164"/>
            </a:avLst>
          </a:prstGeom>
          <a:solidFill>
            <a:srgbClr val="F1EFF8"/>
          </a:solidFill>
          <a:ln/>
        </p:spPr>
        <p:txBody>
          <a:bodyPr wrap="none" lIns="0" tIns="0" rIns="0" bIns="0" rtlCol="0" anchor="ctr">
            <a:normAutofit/>
          </a:bodyPr>
          <a:lstStyle/>
          <a:p>
            <a:pPr algn="ctr"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実装</a:t>
            </a:r>
            <a:endParaRPr lang="en-US" sz="1200" dirty="0"/>
          </a:p>
        </p:txBody>
      </p:sp>
      <p:pic>
        <p:nvPicPr>
          <p:cNvPr id="35" name="Image 9" descr="arrow-right">    </p:cNvPr>
          <p:cNvPicPr>
            <a:picLocks noChangeAspect="1"/>
          </p:cNvPicPr>
          <p:nvPr/>
        </p:nvPicPr>
        <p:blipFill>
          <a:blip r:embed="rId10"/>
          <a:srcRect l="0" r="0" t="0" b="0"/>
          <a:stretch/>
        </p:blipFill>
        <p:spPr>
          <a:xfrm>
            <a:off x="8622705" y="3284141"/>
            <a:ext cx="203200" cy="152400"/>
          </a:xfrm>
          <a:prstGeom prst="rect">
            <a:avLst/>
          </a:prstGeom>
        </p:spPr>
      </p:pic>
      <p:sp>
        <p:nvSpPr>
          <p:cNvPr id="36" name="Text 24"/>
          <p:cNvSpPr/>
          <p:nvPr/>
        </p:nvSpPr>
        <p:spPr>
          <a:xfrm>
            <a:off x="8978305" y="3284141"/>
            <a:ext cx="1600200" cy="314920"/>
          </a:xfrm>
          <a:prstGeom prst="roundRect">
            <a:avLst>
              <a:gd name="adj" fmla="val 20164"/>
            </a:avLst>
          </a:prstGeom>
          <a:solidFill>
            <a:srgbClr val="1E1B3A"/>
          </a:solidFill>
          <a:ln/>
        </p:spPr>
        <p:txBody>
          <a:bodyPr wrap="none" lIns="0" tIns="0" rIns="0" bIns="0" rtlCol="0" anchor="ctr">
            <a:normAutofit/>
          </a:bodyPr>
          <a:lstStyle/>
          <a:p>
            <a:pPr algn="ctr" indent="0" marL="0">
              <a:lnSpc>
                <a:spcPts val="1680"/>
              </a:lnSpc>
              <a:buNone/>
            </a:pPr>
            <a:r>
              <a:rPr lang="en-US" sz="1200" b="1" dirty="0">
                <a:solidFill>
                  <a:srgbClr val="F7F6FB"/>
                </a:solidFill>
                <a:latin typeface="Noto Sans JP" pitchFamily="34" charset="0"/>
                <a:ea typeface="Noto Sans JP" pitchFamily="34" charset="-122"/>
                <a:cs typeface="Noto Sans JP" pitchFamily="34" charset="-120"/>
              </a:rPr>
              <a:t>受け入れ条件で確認</a:t>
            </a:r>
            <a:endParaRPr lang="en-US" sz="1200" dirty="0"/>
          </a:p>
        </p:txBody>
      </p:sp>
      <p:pic>
        <p:nvPicPr>
          <p:cNvPr id="37" name="Image 10" descr="CheckCircle">    </p:cNvPr>
          <p:cNvPicPr>
            <a:picLocks noChangeAspect="1"/>
          </p:cNvPicPr>
          <p:nvPr/>
        </p:nvPicPr>
        <p:blipFill>
          <a:blip r:embed="rId11"/>
          <a:srcRect l="0" r="0" t="0" b="0"/>
          <a:stretch/>
        </p:blipFill>
        <p:spPr>
          <a:xfrm>
            <a:off x="1009650" y="4119662"/>
            <a:ext cx="203200" cy="203200"/>
          </a:xfrm>
          <a:prstGeom prst="rect">
            <a:avLst/>
          </a:prstGeom>
        </p:spPr>
      </p:pic>
      <p:sp>
        <p:nvSpPr>
          <p:cNvPr id="38" name="Text 25"/>
          <p:cNvSpPr/>
          <p:nvPr/>
        </p:nvSpPr>
        <p:spPr>
          <a:xfrm>
            <a:off x="1276350" y="4114602"/>
            <a:ext cx="52980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7F37"/>
                </a:solidFill>
                <a:latin typeface="Noto Sans JP" pitchFamily="34" charset="0"/>
                <a:ea typeface="Noto Sans JP" pitchFamily="34" charset="-122"/>
                <a:cs typeface="Noto Sans JP" pitchFamily="34" charset="-120"/>
              </a:rPr>
              <a:t>作る前に、文書の段階でずれを直せる。決めた内容も文書で残る</a:t>
            </a:r>
            <a:endParaRPr lang="en-US" sz="1200" dirty="0"/>
          </a:p>
        </p:txBody>
      </p:sp>
      <p:sp>
        <p:nvSpPr>
          <p:cNvPr id="39" name="Text 26"/>
          <p:cNvSpPr/>
          <p:nvPr/>
        </p:nvSpPr>
        <p:spPr>
          <a:xfrm>
            <a:off x="812800" y="4651772"/>
            <a:ext cx="5219700" cy="365720"/>
          </a:xfrm>
          <a:prstGeom prst="roundRect">
            <a:avLst>
              <a:gd name="adj" fmla="val 20836"/>
            </a:avLst>
          </a:prstGeom>
          <a:solidFill>
            <a:srgbClr val="ECE8FA"/>
          </a:solidFill>
          <a:ln/>
        </p:spPr>
        <p:txBody>
          <a:bodyPr wrap="square" lIns="130082" tIns="53882" rIns="0" bIns="28482" rtlCol="0" anchor="t">
            <a:normAutofit/>
          </a:bodyPr>
          <a:lstStyle/>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STEP 6：① 要件まで作って PR</a:t>
            </a:r>
            <a:endParaRPr lang="en-US" sz="1200" dirty="0"/>
          </a:p>
        </p:txBody>
      </p:sp>
      <p:sp>
        <p:nvSpPr>
          <p:cNvPr id="40" name="Text 27"/>
          <p:cNvSpPr/>
          <p:nvPr/>
        </p:nvSpPr>
        <p:spPr>
          <a:xfrm>
            <a:off x="6159500" y="4651772"/>
            <a:ext cx="5219700" cy="365720"/>
          </a:xfrm>
          <a:prstGeom prst="roundRect">
            <a:avLst>
              <a:gd name="adj" fmla="val 20836"/>
            </a:avLst>
          </a:prstGeom>
          <a:solidFill>
            <a:srgbClr val="ECE8FA"/>
          </a:solidFill>
          <a:ln/>
        </p:spPr>
        <p:txBody>
          <a:bodyPr wrap="square" lIns="130082" tIns="53882" rIns="0" bIns="28482" rtlCol="0" anchor="t">
            <a:normAutofit/>
          </a:bodyPr>
          <a:lstStyle/>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STEP 7：② 設計 → ③ タスク → 実装 → 確認</a:t>
            </a:r>
            <a:endParaRPr lang="en-US" sz="1200" dirty="0"/>
          </a:p>
        </p:txBody>
      </p:sp>
      <p:sp>
        <p:nvSpPr>
          <p:cNvPr id="41" name="Text 28"/>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42" name="Text 29"/>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docs/06-spec-requirements-pr.md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775891"/>
            <a:ext cx="802184" cy="307280"/>
          </a:xfrm>
          <a:custGeom>
            <a:avLst/>
            <a:gdLst/>
            <a:ahLst/>
            <a:cxnLst/>
            <a:rect l="l" t="t" r="r" b="b"/>
            <a:pathLst>
              <a:path w="802184" h="307280">
                <a:moveTo>
                  <a:pt x="153640" y="0"/>
                </a:moveTo>
                <a:lnTo>
                  <a:pt x="648543" y="0"/>
                </a:lnTo>
                <a:arcTo hR="153640" wR="153640" stAng="16200000" swAng="5400000"/>
                <a:lnTo>
                  <a:pt x="802184"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STEP 6</a:t>
            </a:r>
            <a:endParaRPr lang="en-US" sz="1300" dirty="0"/>
          </a:p>
        </p:txBody>
      </p:sp>
      <p:sp>
        <p:nvSpPr>
          <p:cNvPr id="3" name="Text 1"/>
          <p:cNvSpPr/>
          <p:nvPr/>
        </p:nvSpPr>
        <p:spPr>
          <a:xfrm>
            <a:off x="1716584" y="775891"/>
            <a:ext cx="590153" cy="307280"/>
          </a:xfrm>
          <a:custGeom>
            <a:avLst/>
            <a:gdLst/>
            <a:ahLst/>
            <a:cxnLst/>
            <a:rect l="l" t="t" r="r" b="b"/>
            <a:pathLst>
              <a:path w="590153" h="307280">
                <a:moveTo>
                  <a:pt x="153640" y="0"/>
                </a:moveTo>
                <a:lnTo>
                  <a:pt x="436513" y="0"/>
                </a:lnTo>
                <a:arcTo hR="153640" wR="153640" stAng="16200000" swAng="5400000"/>
                <a:lnTo>
                  <a:pt x="590153"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Kiro</a:t>
            </a:r>
            <a:endParaRPr lang="en-US" sz="1300" dirty="0"/>
          </a:p>
        </p:txBody>
      </p:sp>
      <p:sp>
        <p:nvSpPr>
          <p:cNvPr id="4" name="Text 2"/>
          <p:cNvSpPr/>
          <p:nvPr>
            <p:ph type="title"/>
          </p:nvPr>
        </p:nvSpPr>
        <p:spPr>
          <a:xfrm>
            <a:off x="2408337" y="710505"/>
            <a:ext cx="6196489"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Spec を始めて、要件を固める</a:t>
            </a:r>
            <a:endParaRPr lang="en-US" sz="3000" dirty="0"/>
          </a:p>
        </p:txBody>
      </p:sp>
      <p:sp>
        <p:nvSpPr>
          <p:cNvPr id="5" name="Shape 3"/>
          <p:cNvSpPr/>
          <p:nvPr/>
        </p:nvSpPr>
        <p:spPr>
          <a:xfrm>
            <a:off x="812800" y="1274862"/>
            <a:ext cx="5461000" cy="2796480"/>
          </a:xfrm>
          <a:prstGeom prst="roundRect">
            <a:avLst>
              <a:gd name="adj" fmla="val 3633"/>
            </a:avLst>
          </a:prstGeom>
          <a:solidFill>
            <a:srgbClr val="1B1A27"/>
          </a:solidFill>
          <a:ln/>
          <a:effectLst>
            <a:outerShdw sx="100000" sy="100000" kx="0" ky="0" algn="bl" rotWithShape="0" blurRad="203200" dist="76200" dir="5400000">
              <a:srgbClr val="1E1B3A">
                <a:alpha val="25000"/>
              </a:srgbClr>
            </a:outerShdw>
          </a:effectLst>
        </p:spPr>
      </p:sp>
      <p:sp>
        <p:nvSpPr>
          <p:cNvPr id="6" name="Shape 4"/>
          <p:cNvSpPr/>
          <p:nvPr/>
        </p:nvSpPr>
        <p:spPr>
          <a:xfrm>
            <a:off x="812800" y="1274862"/>
            <a:ext cx="5461000" cy="355600"/>
          </a:xfrm>
          <a:custGeom>
            <a:avLst/>
            <a:gdLst/>
            <a:ahLst/>
            <a:cxnLst/>
            <a:rect l="l" t="t" r="r" b="b"/>
            <a:pathLst>
              <a:path w="5461000" h="355600">
                <a:moveTo>
                  <a:pt x="0" y="101600"/>
                </a:moveTo>
                <a:arcTo hR="101600" wR="101600" stAng="10800000" swAng="5400000"/>
                <a:lnTo>
                  <a:pt x="5359400" y="0"/>
                </a:lnTo>
                <a:arcTo hR="101600" wR="101600" stAng="16200000" swAng="5400000"/>
                <a:lnTo>
                  <a:pt x="5461000" y="355600"/>
                </a:lnTo>
                <a:lnTo>
                  <a:pt x="0" y="355600"/>
                </a:lnTo>
                <a:close/>
              </a:path>
            </a:pathLst>
          </a:custGeom>
          <a:solidFill>
            <a:srgbClr val="12111B"/>
          </a:solidFill>
          <a:ln/>
        </p:spPr>
      </p:sp>
      <p:sp>
        <p:nvSpPr>
          <p:cNvPr id="7" name="Text 5"/>
          <p:cNvSpPr/>
          <p:nvPr/>
        </p:nvSpPr>
        <p:spPr>
          <a:xfrm>
            <a:off x="927100" y="1351062"/>
            <a:ext cx="436364" cy="203200"/>
          </a:xfrm>
          <a:custGeom>
            <a:avLst/>
            <a:gdLst/>
            <a:ahLst/>
            <a:cxnLst/>
            <a:rect l="l" t="t" r="r" b="b"/>
            <a:pathLst>
              <a:path w="436364" h="203200">
                <a:moveTo>
                  <a:pt x="101600" y="0"/>
                </a:moveTo>
                <a:lnTo>
                  <a:pt x="334764" y="0"/>
                </a:lnTo>
                <a:arcTo hR="101600" wR="101600" stAng="16200000" swAng="5400000"/>
                <a:lnTo>
                  <a:pt x="436364" y="101600"/>
                </a:lnTo>
                <a:arcTo hR="101600" wR="101600" stAng="0" swAng="5400000"/>
                <a:lnTo>
                  <a:pt x="101600" y="203200"/>
                </a:lnTo>
                <a:arcTo hR="101600" wR="101600" stAng="5400000" swAng="5400000"/>
                <a:lnTo>
                  <a:pt x="0" y="101600"/>
                </a:lnTo>
                <a:arcTo hR="101600" wR="101600" stAng="10800000" swAng="5400000"/>
                <a:close/>
              </a:path>
            </a:pathLst>
          </a:custGeom>
          <a:solidFill>
            <a:srgbClr val="6A4BE0"/>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Noto Sans JP" pitchFamily="34" charset="0"/>
                <a:ea typeface="Noto Sans JP" pitchFamily="34" charset="-122"/>
                <a:cs typeface="Noto Sans JP" pitchFamily="34" charset="-120"/>
              </a:rPr>
              <a:t>Kiro</a:t>
            </a:r>
            <a:endParaRPr lang="en-US" sz="1000" dirty="0"/>
          </a:p>
        </p:txBody>
      </p:sp>
      <p:sp>
        <p:nvSpPr>
          <p:cNvPr id="8" name="Text 6"/>
          <p:cNvSpPr/>
          <p:nvPr/>
        </p:nvSpPr>
        <p:spPr>
          <a:xfrm>
            <a:off x="1368549" y="1354832"/>
            <a:ext cx="4011166"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kiro-handson-practice — Kiro</a:t>
            </a:r>
            <a:endParaRPr lang="en-US" sz="1100" dirty="0"/>
          </a:p>
        </p:txBody>
      </p:sp>
      <p:sp>
        <p:nvSpPr>
          <p:cNvPr id="9" name="Text 7"/>
          <p:cNvSpPr/>
          <p:nvPr/>
        </p:nvSpPr>
        <p:spPr>
          <a:xfrm>
            <a:off x="5461000" y="1354832"/>
            <a:ext cx="749300"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　□　×</a:t>
            </a:r>
            <a:endParaRPr lang="en-US" sz="1100" dirty="0"/>
          </a:p>
        </p:txBody>
      </p:sp>
      <p:sp>
        <p:nvSpPr>
          <p:cNvPr id="10" name="Shape 8"/>
          <p:cNvSpPr/>
          <p:nvPr/>
        </p:nvSpPr>
        <p:spPr>
          <a:xfrm>
            <a:off x="812800" y="1630462"/>
            <a:ext cx="355600" cy="2440880"/>
          </a:xfrm>
          <a:custGeom>
            <a:avLst/>
            <a:gdLst/>
            <a:ahLst/>
            <a:cxnLst/>
            <a:rect l="l" t="t" r="r" b="b"/>
            <a:pathLst>
              <a:path w="355600" h="2440880">
                <a:moveTo>
                  <a:pt x="101600" y="2440880"/>
                </a:moveTo>
                <a:arcTo hR="101600" wR="101600" stAng="5400000" swAng="5400000"/>
                <a:lnTo>
                  <a:pt x="0" y="0"/>
                </a:lnTo>
                <a:lnTo>
                  <a:pt x="355600" y="0"/>
                </a:lnTo>
                <a:lnTo>
                  <a:pt x="355600" y="2440880"/>
                </a:lnTo>
                <a:close/>
              </a:path>
            </a:pathLst>
          </a:custGeom>
          <a:solidFill>
            <a:srgbClr val="15141F"/>
          </a:solidFill>
          <a:ln/>
        </p:spPr>
      </p:sp>
      <p:pic>
        <p:nvPicPr>
          <p:cNvPr id="11" name="Image 0" descr="Database">    </p:cNvPr>
          <p:cNvPicPr>
            <a:picLocks noChangeAspect="1"/>
          </p:cNvPicPr>
          <p:nvPr/>
        </p:nvPicPr>
        <p:blipFill>
          <a:blip r:embed="rId1"/>
          <a:srcRect l="0" r="0" t="0" b="0"/>
          <a:stretch/>
        </p:blipFill>
        <p:spPr>
          <a:xfrm>
            <a:off x="901700" y="1744762"/>
            <a:ext cx="177800" cy="177800"/>
          </a:xfrm>
          <a:prstGeom prst="rect">
            <a:avLst/>
          </a:prstGeom>
        </p:spPr>
      </p:pic>
      <p:pic>
        <p:nvPicPr>
          <p:cNvPr id="12" name="Image 1" descr="Search">    </p:cNvPr>
          <p:cNvPicPr>
            <a:picLocks noChangeAspect="1"/>
          </p:cNvPicPr>
          <p:nvPr/>
        </p:nvPicPr>
        <p:blipFill>
          <a:blip r:embed="rId2"/>
          <a:srcRect l="0" r="0" t="0" b="0"/>
          <a:stretch/>
        </p:blipFill>
        <p:spPr>
          <a:xfrm>
            <a:off x="901700" y="2062262"/>
            <a:ext cx="177800" cy="177800"/>
          </a:xfrm>
          <a:prstGeom prst="rect">
            <a:avLst/>
          </a:prstGeom>
        </p:spPr>
      </p:pic>
      <p:sp>
        <p:nvSpPr>
          <p:cNvPr id="13" name="Text 9"/>
          <p:cNvSpPr/>
          <p:nvPr/>
        </p:nvSpPr>
        <p:spPr>
          <a:xfrm>
            <a:off x="889000" y="2379762"/>
            <a:ext cx="203200" cy="203200"/>
          </a:xfrm>
          <a:custGeom>
            <a:avLst/>
            <a:gdLst/>
            <a:ahLst/>
            <a:cxnLst/>
            <a:rect l="l" t="t" r="r" b="b"/>
            <a:pathLst>
              <a:path w="203200" h="203200">
                <a:moveTo>
                  <a:pt x="50800" y="0"/>
                </a:moveTo>
                <a:lnTo>
                  <a:pt x="152400" y="0"/>
                </a:lnTo>
                <a:arcTo hR="50800" wR="50800" stAng="16200000" swAng="5400000"/>
                <a:lnTo>
                  <a:pt x="203200" y="152400"/>
                </a:lnTo>
                <a:arcTo hR="50800" wR="50800" stAng="0" swAng="5400000"/>
                <a:lnTo>
                  <a:pt x="50800" y="203200"/>
                </a:lnTo>
                <a:arcTo hR="50800" wR="50800" stAng="5400000" swAng="5400000"/>
                <a:lnTo>
                  <a:pt x="0" y="50800"/>
                </a:lnTo>
                <a:arcTo hR="50800" wR="50800" stAng="10800000" swAng="5400000"/>
                <a:close/>
              </a:path>
            </a:pathLst>
          </a:custGeom>
          <a:solidFill>
            <a:srgbClr val="6A4BE0"/>
          </a:solidFill>
          <a:ln/>
        </p:spPr>
        <p:txBody>
          <a:bodyPr wrap="square" lIns="0" tIns="0" rIns="0" bIns="0" rtlCol="0" anchor="t">
            <a:normAutofit/>
          </a:bodyPr>
          <a:lstStyle/>
          <a:p>
            <a:pPr algn="ctr" indent="0" marL="0">
              <a:lnSpc>
                <a:spcPts val="1595"/>
              </a:lnSpc>
              <a:buNone/>
            </a:pPr>
            <a:r>
              <a:rPr lang="en-US" sz="1100" b="1" dirty="0">
                <a:solidFill>
                  <a:srgbClr val="F7F6FB"/>
                </a:solidFill>
                <a:latin typeface="Noto Sans JP" pitchFamily="34" charset="0"/>
                <a:ea typeface="Noto Sans JP" pitchFamily="34" charset="-122"/>
                <a:cs typeface="Noto Sans JP" pitchFamily="34" charset="-120"/>
              </a:rPr>
              <a:t>K</a:t>
            </a:r>
            <a:endParaRPr lang="en-US" sz="1100" dirty="0"/>
          </a:p>
        </p:txBody>
      </p:sp>
      <p:sp>
        <p:nvSpPr>
          <p:cNvPr id="14" name="Shape 10"/>
          <p:cNvSpPr/>
          <p:nvPr/>
        </p:nvSpPr>
        <p:spPr>
          <a:xfrm>
            <a:off x="1168400" y="1630462"/>
            <a:ext cx="1587500" cy="2440880"/>
          </a:xfrm>
          <a:prstGeom prst="rect">
            <a:avLst/>
          </a:prstGeom>
          <a:solidFill>
            <a:srgbClr val="201E2E"/>
          </a:solidFill>
          <a:ln/>
        </p:spPr>
      </p:sp>
      <p:sp>
        <p:nvSpPr>
          <p:cNvPr id="15" name="Text 11"/>
          <p:cNvSpPr/>
          <p:nvPr/>
        </p:nvSpPr>
        <p:spPr>
          <a:xfrm>
            <a:off x="1270000" y="1744762"/>
            <a:ext cx="1435100"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9C97B8"/>
                </a:solidFill>
                <a:latin typeface="Noto Sans JP" pitchFamily="34" charset="0"/>
                <a:ea typeface="Noto Sans JP" pitchFamily="34" charset="-122"/>
                <a:cs typeface="Noto Sans JP" pitchFamily="34" charset="-120"/>
              </a:rPr>
              <a:t>KIRO</a:t>
            </a:r>
            <a:endParaRPr lang="en-US" sz="1100" dirty="0"/>
          </a:p>
        </p:txBody>
      </p:sp>
      <p:sp>
        <p:nvSpPr>
          <p:cNvPr id="16" name="Text 12"/>
          <p:cNvSpPr/>
          <p:nvPr/>
        </p:nvSpPr>
        <p:spPr>
          <a:xfrm>
            <a:off x="1270000" y="2045692"/>
            <a:ext cx="837109"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D9D4F0"/>
                </a:solidFill>
                <a:latin typeface="Noto Sans JP" pitchFamily="34" charset="0"/>
                <a:ea typeface="Noto Sans JP" pitchFamily="34" charset="-122"/>
                <a:cs typeface="Noto Sans JP" pitchFamily="34" charset="-120"/>
              </a:rPr>
              <a:t>SPECS</a:t>
            </a:r>
            <a:endParaRPr lang="en-US" sz="1100" dirty="0"/>
          </a:p>
        </p:txBody>
      </p:sp>
      <p:sp>
        <p:nvSpPr>
          <p:cNvPr id="17" name="Text 13"/>
          <p:cNvSpPr/>
          <p:nvPr/>
        </p:nvSpPr>
        <p:spPr>
          <a:xfrm>
            <a:off x="2113459" y="2030512"/>
            <a:ext cx="229691" cy="226020"/>
          </a:xfrm>
          <a:prstGeom prst="roundRect">
            <a:avLst>
              <a:gd name="adj" fmla="val 14047"/>
            </a:avLst>
          </a:prstGeom>
          <a:noFill/>
          <a:ln w="12700">
            <a:solidFill>
              <a:srgbClr val="FFB27A"/>
            </a:solidFill>
            <a:prstDash val="solid"/>
          </a:ln>
        </p:spPr>
        <p:txBody>
          <a:bodyPr wrap="none" lIns="0" tIns="0" rIns="0" bIns="0" rtlCol="0" anchor="ctr">
            <a:normAutofit/>
          </a:bodyPr>
          <a:lstStyle/>
          <a:p>
            <a:pPr algn="ctr" indent="0" marL="0">
              <a:lnSpc>
                <a:spcPts val="1680"/>
              </a:lnSpc>
              <a:buNone/>
            </a:pPr>
            <a:r>
              <a:rPr lang="en-US" sz="1200" b="1" dirty="0">
                <a:solidFill>
                  <a:srgbClr val="F7F6FB"/>
                </a:solidFill>
                <a:latin typeface="Noto Sans JP" pitchFamily="34" charset="0"/>
                <a:ea typeface="Noto Sans JP" pitchFamily="34" charset="-122"/>
                <a:cs typeface="Noto Sans JP" pitchFamily="34" charset="-120"/>
              </a:rPr>
              <a:t>+</a:t>
            </a:r>
            <a:endParaRPr lang="en-US" sz="1200" dirty="0"/>
          </a:p>
        </p:txBody>
      </p:sp>
      <p:sp>
        <p:nvSpPr>
          <p:cNvPr id="18" name="Text 14"/>
          <p:cNvSpPr/>
          <p:nvPr/>
        </p:nvSpPr>
        <p:spPr>
          <a:xfrm>
            <a:off x="2400300" y="2016522"/>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1</a:t>
            </a:r>
            <a:endParaRPr lang="en-US" sz="1200" dirty="0"/>
          </a:p>
        </p:txBody>
      </p:sp>
      <p:sp>
        <p:nvSpPr>
          <p:cNvPr id="19" name="Text 15"/>
          <p:cNvSpPr/>
          <p:nvPr/>
        </p:nvSpPr>
        <p:spPr>
          <a:xfrm>
            <a:off x="1270000" y="2346722"/>
            <a:ext cx="14351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80"/>
                </a:solidFill>
                <a:latin typeface="Noto Sans JP" pitchFamily="34" charset="0"/>
                <a:ea typeface="Noto Sans JP" pitchFamily="34" charset="-122"/>
                <a:cs typeface="Noto Sans JP" pitchFamily="34" charset="-120"/>
              </a:rPr>
              <a:t>AGENT HOOKS</a:t>
            </a:r>
            <a:endParaRPr lang="en-US" sz="1100" dirty="0"/>
          </a:p>
        </p:txBody>
      </p:sp>
      <p:sp>
        <p:nvSpPr>
          <p:cNvPr id="20" name="Text 16"/>
          <p:cNvSpPr/>
          <p:nvPr/>
        </p:nvSpPr>
        <p:spPr>
          <a:xfrm>
            <a:off x="1270000" y="2618482"/>
            <a:ext cx="14351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80"/>
                </a:solidFill>
                <a:latin typeface="Noto Sans JP" pitchFamily="34" charset="0"/>
                <a:ea typeface="Noto Sans JP" pitchFamily="34" charset="-122"/>
                <a:cs typeface="Noto Sans JP" pitchFamily="34" charset="-120"/>
              </a:rPr>
              <a:t>AGENT STEERING</a:t>
            </a:r>
            <a:endParaRPr lang="en-US" sz="1100" dirty="0"/>
          </a:p>
        </p:txBody>
      </p:sp>
      <p:sp>
        <p:nvSpPr>
          <p:cNvPr id="21" name="Text 17"/>
          <p:cNvSpPr/>
          <p:nvPr/>
        </p:nvSpPr>
        <p:spPr>
          <a:xfrm>
            <a:off x="1270000" y="2890242"/>
            <a:ext cx="14351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B6880"/>
                </a:solidFill>
                <a:latin typeface="Noto Sans JP" pitchFamily="34" charset="0"/>
                <a:ea typeface="Noto Sans JP" pitchFamily="34" charset="-122"/>
                <a:cs typeface="Noto Sans JP" pitchFamily="34" charset="-120"/>
              </a:rPr>
              <a:t>MCP SERVERS</a:t>
            </a:r>
            <a:endParaRPr lang="en-US" sz="1100" dirty="0"/>
          </a:p>
        </p:txBody>
      </p:sp>
      <p:sp>
        <p:nvSpPr>
          <p:cNvPr id="22" name="Shape 18"/>
          <p:cNvSpPr/>
          <p:nvPr/>
        </p:nvSpPr>
        <p:spPr>
          <a:xfrm>
            <a:off x="2755900" y="1630462"/>
            <a:ext cx="3517900" cy="2440880"/>
          </a:xfrm>
          <a:custGeom>
            <a:avLst/>
            <a:gdLst/>
            <a:ahLst/>
            <a:cxnLst/>
            <a:rect l="l" t="t" r="r" b="b"/>
            <a:pathLst>
              <a:path w="3517900" h="2440880">
                <a:moveTo>
                  <a:pt x="3517900" y="2339280"/>
                </a:moveTo>
                <a:arcTo hR="101600" wR="101600" stAng="0" swAng="5400000"/>
                <a:lnTo>
                  <a:pt x="0" y="2440880"/>
                </a:lnTo>
                <a:lnTo>
                  <a:pt x="0" y="0"/>
                </a:lnTo>
                <a:lnTo>
                  <a:pt x="3517900" y="0"/>
                </a:lnTo>
                <a:close/>
              </a:path>
            </a:pathLst>
          </a:custGeom>
          <a:solidFill>
            <a:srgbClr val="23213A"/>
          </a:solidFill>
          <a:ln/>
        </p:spPr>
      </p:sp>
      <p:sp>
        <p:nvSpPr>
          <p:cNvPr id="23" name="Text 19"/>
          <p:cNvSpPr/>
          <p:nvPr/>
        </p:nvSpPr>
        <p:spPr>
          <a:xfrm>
            <a:off x="2882900" y="1744762"/>
            <a:ext cx="3361817"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New Spec</a:t>
            </a:r>
            <a:endParaRPr lang="en-US" sz="1100" dirty="0"/>
          </a:p>
        </p:txBody>
      </p:sp>
      <p:sp>
        <p:nvSpPr>
          <p:cNvPr id="24" name="Shape 20"/>
          <p:cNvSpPr/>
          <p:nvPr/>
        </p:nvSpPr>
        <p:spPr>
          <a:xfrm>
            <a:off x="2889250" y="2035572"/>
            <a:ext cx="3251200" cy="1521420"/>
          </a:xfrm>
          <a:prstGeom prst="roundRect">
            <a:avLst>
              <a:gd name="adj" fmla="val 4591"/>
            </a:avLst>
          </a:prstGeom>
          <a:solidFill>
            <a:srgbClr val="15141F"/>
          </a:solidFill>
          <a:ln w="12700">
            <a:solidFill>
              <a:srgbClr val="FFB27A"/>
            </a:solidFill>
            <a:prstDash val="solid"/>
          </a:ln>
        </p:spPr>
      </p:sp>
      <p:sp>
        <p:nvSpPr>
          <p:cNvPr id="25" name="Text 21"/>
          <p:cNvSpPr/>
          <p:nvPr/>
        </p:nvSpPr>
        <p:spPr>
          <a:xfrm>
            <a:off x="2997200" y="2159992"/>
            <a:ext cx="2799334"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FFB27A"/>
                </a:solidFill>
                <a:latin typeface="Noto Sans JP" pitchFamily="34" charset="0"/>
                <a:ea typeface="Noto Sans JP" pitchFamily="34" charset="-122"/>
                <a:cs typeface="Noto Sans JP" pitchFamily="34" charset="-120"/>
              </a:rPr>
              <a:t>Input required</a:t>
            </a:r>
            <a:endParaRPr lang="en-US" sz="1100" dirty="0"/>
          </a:p>
        </p:txBody>
      </p:sp>
      <p:sp>
        <p:nvSpPr>
          <p:cNvPr id="26" name="Text 22"/>
          <p:cNvSpPr/>
          <p:nvPr/>
        </p:nvSpPr>
        <p:spPr>
          <a:xfrm>
            <a:off x="5778500" y="2130822"/>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2</a:t>
            </a:r>
            <a:endParaRPr lang="en-US" sz="1200" dirty="0"/>
          </a:p>
        </p:txBody>
      </p:sp>
      <p:sp>
        <p:nvSpPr>
          <p:cNvPr id="27" name="Text 23"/>
          <p:cNvSpPr/>
          <p:nvPr/>
        </p:nvSpPr>
        <p:spPr>
          <a:xfrm>
            <a:off x="2997200" y="2448322"/>
            <a:ext cx="3126359"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D9D4F0"/>
                </a:solidFill>
                <a:latin typeface="Noto Sans JP" pitchFamily="34" charset="0"/>
                <a:ea typeface="Noto Sans JP" pitchFamily="34" charset="-122"/>
                <a:cs typeface="Noto Sans JP" pitchFamily="34" charset="-120"/>
              </a:rPr>
              <a:t>どこから始めますか？</a:t>
            </a:r>
            <a:endParaRPr lang="en-US" sz="1000" dirty="0"/>
          </a:p>
        </p:txBody>
      </p:sp>
      <p:sp>
        <p:nvSpPr>
          <p:cNvPr id="28" name="Text 24"/>
          <p:cNvSpPr/>
          <p:nvPr/>
        </p:nvSpPr>
        <p:spPr>
          <a:xfrm>
            <a:off x="2997200" y="2689622"/>
            <a:ext cx="3035300" cy="246360"/>
          </a:xfrm>
          <a:prstGeom prst="roundRect">
            <a:avLst>
              <a:gd name="adj" fmla="val 15465"/>
            </a:avLst>
          </a:prstGeom>
          <a:solidFill>
            <a:srgbClr val="6A4BE0"/>
          </a:solidFill>
          <a:ln/>
        </p:spPr>
        <p:txBody>
          <a:bodyPr wrap="square" lIns="65041" tIns="14241" rIns="0" bIns="0" rtlCol="0" anchor="t">
            <a:normAutofit/>
          </a:bodyPr>
          <a:lstStyle/>
          <a:p>
            <a:pPr algn="l" indent="0" marL="0">
              <a:lnSpc>
                <a:spcPts val="1540"/>
              </a:lnSpc>
              <a:buNone/>
            </a:pPr>
            <a:r>
              <a:rPr lang="en-US" sz="1100" b="1" dirty="0">
                <a:solidFill>
                  <a:srgbClr val="F7F6FB"/>
                </a:solidFill>
                <a:latin typeface="Noto Sans JP" pitchFamily="34" charset="0"/>
                <a:ea typeface="Noto Sans JP" pitchFamily="34" charset="-122"/>
                <a:cs typeface="Noto Sans JP" pitchFamily="34" charset="-120"/>
              </a:rPr>
              <a:t>◉ Requirements</a:t>
            </a:r>
            <a:endParaRPr lang="en-US" sz="1100" dirty="0"/>
          </a:p>
        </p:txBody>
      </p:sp>
      <p:sp>
        <p:nvSpPr>
          <p:cNvPr id="29" name="Text 25"/>
          <p:cNvSpPr/>
          <p:nvPr/>
        </p:nvSpPr>
        <p:spPr>
          <a:xfrm>
            <a:off x="3073400" y="2999482"/>
            <a:ext cx="2969387"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 Technical Design</a:t>
            </a:r>
            <a:endParaRPr lang="en-US" sz="1100" dirty="0"/>
          </a:p>
        </p:txBody>
      </p:sp>
      <p:sp>
        <p:nvSpPr>
          <p:cNvPr id="30" name="Text 26"/>
          <p:cNvSpPr/>
          <p:nvPr/>
        </p:nvSpPr>
        <p:spPr>
          <a:xfrm>
            <a:off x="4912916" y="3258542"/>
            <a:ext cx="1119584" cy="203200"/>
          </a:xfrm>
          <a:prstGeom prst="roundRect">
            <a:avLst>
              <a:gd name="adj" fmla="val 18750"/>
            </a:avLst>
          </a:prstGeom>
          <a:solidFill>
            <a:srgbClr val="D9D4F0"/>
          </a:solidFill>
          <a:ln/>
        </p:spPr>
        <p:txBody>
          <a:bodyPr wrap="none" lIns="0" tIns="0" rIns="0" bIns="0" rtlCol="0" anchor="ctr">
            <a:normAutofit/>
          </a:bodyPr>
          <a:lstStyle/>
          <a:p>
            <a:pPr algn="ctr" indent="0" marL="0">
              <a:lnSpc>
                <a:spcPts val="1400"/>
              </a:lnSpc>
              <a:buNone/>
            </a:pPr>
            <a:r>
              <a:rPr lang="en-US" sz="1000" b="1" dirty="0">
                <a:solidFill>
                  <a:srgbClr val="1E1B3A"/>
                </a:solidFill>
                <a:latin typeface="Noto Sans JP" pitchFamily="34" charset="0"/>
                <a:ea typeface="Noto Sans JP" pitchFamily="34" charset="-122"/>
                <a:cs typeface="Noto Sans JP" pitchFamily="34" charset="-120"/>
              </a:rPr>
              <a:t>Submit answer</a:t>
            </a:r>
            <a:endParaRPr lang="en-US" sz="1000" dirty="0"/>
          </a:p>
        </p:txBody>
      </p:sp>
      <p:sp>
        <p:nvSpPr>
          <p:cNvPr id="31" name="Text 27"/>
          <p:cNvSpPr/>
          <p:nvPr/>
        </p:nvSpPr>
        <p:spPr>
          <a:xfrm>
            <a:off x="2889250" y="3658592"/>
            <a:ext cx="3251200" cy="292100"/>
          </a:xfrm>
          <a:prstGeom prst="roundRect">
            <a:avLst>
              <a:gd name="adj" fmla="val 19565"/>
            </a:avLst>
          </a:prstGeom>
          <a:solidFill>
            <a:srgbClr val="2F2C4D"/>
          </a:solidFill>
          <a:ln w="12700">
            <a:solidFill>
              <a:srgbClr val="8468EE"/>
            </a:solidFill>
            <a:prstDash val="solid"/>
          </a:ln>
        </p:spPr>
        <p:txBody>
          <a:bodyPr wrap="none" lIns="78511" tIns="40411" rIns="0" bIns="15011" rtlCol="0" anchor="t">
            <a:normAutofit/>
          </a:bodyPr>
          <a:lstStyle/>
          <a:p>
            <a:pPr algn="l" indent="0" marL="0">
              <a:lnSpc>
                <a:spcPts val="1400"/>
              </a:lnSpc>
              <a:buNone/>
            </a:pPr>
            <a:r>
              <a:rPr lang="en-US" sz="1000" dirty="0">
                <a:solidFill>
                  <a:srgbClr val="D9D4F0"/>
                </a:solidFill>
                <a:latin typeface="Noto Sans JP" pitchFamily="34" charset="0"/>
                <a:ea typeface="Noto Sans JP" pitchFamily="34" charset="-122"/>
                <a:cs typeface="Noto Sans JP" pitchFamily="34" charset="-120"/>
              </a:rPr>
              <a:t>exercises/step06-お題_… の依頼をもとに…</a:t>
            </a:r>
            <a:endParaRPr lang="en-US" sz="1000" dirty="0"/>
          </a:p>
        </p:txBody>
      </p:sp>
      <p:sp>
        <p:nvSpPr>
          <p:cNvPr id="32" name="Text 28"/>
          <p:cNvSpPr/>
          <p:nvPr/>
        </p:nvSpPr>
        <p:spPr>
          <a:xfrm>
            <a:off x="6502400" y="1274862"/>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1</a:t>
            </a:r>
            <a:endParaRPr lang="en-US" sz="1200" dirty="0"/>
          </a:p>
        </p:txBody>
      </p:sp>
      <p:sp>
        <p:nvSpPr>
          <p:cNvPr id="33" name="Text 29"/>
          <p:cNvSpPr/>
          <p:nvPr/>
        </p:nvSpPr>
        <p:spPr>
          <a:xfrm>
            <a:off x="6832600" y="1274862"/>
            <a:ext cx="468299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1B3A"/>
                </a:solidFill>
                <a:latin typeface="Noto Sans JP" pitchFamily="34" charset="0"/>
                <a:ea typeface="Noto Sans JP" pitchFamily="34" charset="-122"/>
                <a:cs typeface="Noto Sans JP" pitchFamily="34" charset="-120"/>
              </a:rPr>
              <a:t>Kiro パネル → SPECS の「+」→ 入力欄に貼る</a:t>
            </a:r>
            <a:endParaRPr lang="en-US" sz="1300" dirty="0"/>
          </a:p>
        </p:txBody>
      </p:sp>
      <p:sp>
        <p:nvSpPr>
          <p:cNvPr id="34" name="Shape 30"/>
          <p:cNvSpPr/>
          <p:nvPr/>
        </p:nvSpPr>
        <p:spPr>
          <a:xfrm>
            <a:off x="6511925" y="1614587"/>
            <a:ext cx="4857750" cy="1382713"/>
          </a:xfrm>
          <a:prstGeom prst="roundRect">
            <a:avLst>
              <a:gd name="adj" fmla="val 5741"/>
            </a:avLst>
          </a:prstGeom>
          <a:solidFill>
            <a:srgbClr val="FFFFFF"/>
          </a:solidFill>
          <a:ln w="19050">
            <a:solidFill>
              <a:srgbClr val="6A4BE0"/>
            </a:solidFill>
            <a:prstDash val="solid"/>
          </a:ln>
        </p:spPr>
      </p:sp>
      <p:sp>
        <p:nvSpPr>
          <p:cNvPr id="35" name="Text 31"/>
          <p:cNvSpPr/>
          <p:nvPr/>
        </p:nvSpPr>
        <p:spPr>
          <a:xfrm>
            <a:off x="6661150" y="1725712"/>
            <a:ext cx="1479947" cy="203200"/>
          </a:xfrm>
          <a:custGeom>
            <a:avLst/>
            <a:gdLst/>
            <a:ahLst/>
            <a:cxnLst/>
            <a:rect l="l" t="t" r="r" b="b"/>
            <a:pathLst>
              <a:path w="1479947" h="203200">
                <a:moveTo>
                  <a:pt x="101600" y="0"/>
                </a:moveTo>
                <a:lnTo>
                  <a:pt x="1378347" y="0"/>
                </a:lnTo>
                <a:arcTo hR="101600" wR="101600" stAng="16200000" swAng="5400000"/>
                <a:lnTo>
                  <a:pt x="1479947" y="101600"/>
                </a:lnTo>
                <a:arcTo hR="101600" wR="101600" stAng="0" swAng="5400000"/>
                <a:lnTo>
                  <a:pt x="101600" y="203200"/>
                </a:lnTo>
                <a:arcTo hR="101600" wR="101600" stAng="5400000" swAng="5400000"/>
                <a:lnTo>
                  <a:pt x="0" y="101600"/>
                </a:lnTo>
                <a:arcTo hR="101600" wR="101600" stAng="10800000" swAng="5400000"/>
                <a:close/>
              </a:path>
            </a:pathLst>
          </a:custGeom>
          <a:solidFill>
            <a:srgbClr val="6A4BE0"/>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Noto Sans JP" pitchFamily="34" charset="0"/>
                <a:ea typeface="Noto Sans JP" pitchFamily="34" charset="-122"/>
                <a:cs typeface="Noto Sans JP" pitchFamily="34" charset="-120"/>
              </a:rPr>
              <a:t>Kiro のチャットに入力</a:t>
            </a:r>
            <a:endParaRPr lang="en-US" sz="1000" dirty="0"/>
          </a:p>
        </p:txBody>
      </p:sp>
      <p:sp>
        <p:nvSpPr>
          <p:cNvPr id="36" name="Text 32"/>
          <p:cNvSpPr/>
          <p:nvPr/>
        </p:nvSpPr>
        <p:spPr>
          <a:xfrm>
            <a:off x="6661150" y="1992412"/>
            <a:ext cx="4696079" cy="919162"/>
          </a:xfrm>
          <a:prstGeom prst="rect">
            <a:avLst/>
          </a:prstGeom>
          <a:noFill/>
          <a:ln/>
        </p:spPr>
        <p:txBody>
          <a:bodyPr wrap="square" lIns="0" tIns="0" rIns="0" bIns="0" rtlCol="0" anchor="t">
            <a:normAutofit/>
          </a:bodyPr>
          <a:lstStyle/>
          <a:p>
            <a:pPr algn="l" indent="0" marL="0">
              <a:lnSpc>
                <a:spcPts val="1760"/>
              </a:lnSpc>
              <a:buNone/>
            </a:pPr>
            <a:r>
              <a:rPr lang="en-US" sz="1100" dirty="0">
                <a:solidFill>
                  <a:srgbClr val="1E1B3A"/>
                </a:solidFill>
                <a:latin typeface="Noto Sans JP" pitchFamily="34" charset="0"/>
                <a:ea typeface="Noto Sans JP" pitchFamily="34" charset="-122"/>
                <a:cs typeface="Noto Sans JP" pitchFamily="34" charset="-120"/>
              </a:rPr>
              <a:t>exercises/step06-お題_変更依頼一覧ビューア.md の依頼をもとに、</a:t>
            </a:r>
            <a:endParaRPr lang="en-US" sz="1100" dirty="0"/>
          </a:p>
          <a:p>
            <a:pPr algn="l" indent="0" marL="0">
              <a:lnSpc>
                <a:spcPts val="1760"/>
              </a:lnSpc>
              <a:buNone/>
            </a:pPr>
            <a:r>
              <a:rPr lang="en-US" sz="1100" dirty="0">
                <a:solidFill>
                  <a:srgbClr val="1E1B3A"/>
                </a:solidFill>
                <a:latin typeface="Noto Sans JP" pitchFamily="34" charset="0"/>
                <a:ea typeface="Noto Sans JP" pitchFamily="34" charset="-122"/>
                <a:cs typeface="Noto Sans JP" pitchFamily="34" charset="-120"/>
              </a:rPr>
              <a:t>ツールの要件を作ってください。</a:t>
            </a:r>
            <a:endParaRPr lang="en-US" sz="1100" dirty="0"/>
          </a:p>
          <a:p>
            <a:pPr algn="l" indent="0" marL="0">
              <a:lnSpc>
                <a:spcPts val="1760"/>
              </a:lnSpc>
              <a:buNone/>
            </a:pPr>
            <a:r>
              <a:rPr lang="en-US" sz="1100" dirty="0">
                <a:solidFill>
                  <a:srgbClr val="1E1B3A"/>
                </a:solidFill>
                <a:latin typeface="Noto Sans JP" pitchFamily="34" charset="0"/>
                <a:ea typeface="Noto Sans JP" pitchFamily="34" charset="-122"/>
                <a:cs typeface="Noto Sans JP" pitchFamily="34" charset="-120"/>
              </a:rPr>
              <a:t>Spec の名前は change-request-viewer-taro にしてください。</a:t>
            </a:r>
            <a:endParaRPr lang="en-US" sz="1100" dirty="0"/>
          </a:p>
          <a:p>
            <a:pPr algn="l" indent="0" marL="0">
              <a:lnSpc>
                <a:spcPts val="1760"/>
              </a:lnSpc>
              <a:buNone/>
            </a:pPr>
            <a:r>
              <a:rPr lang="en-US" sz="1100" dirty="0">
                <a:solidFill>
                  <a:srgbClr val="1E1B3A"/>
                </a:solidFill>
                <a:latin typeface="Noto Sans JP" pitchFamily="34" charset="0"/>
                <a:ea typeface="Noto Sans JP" pitchFamily="34" charset="-122"/>
                <a:cs typeface="Noto Sans JP" pitchFamily="34" charset="-120"/>
              </a:rPr>
              <a:t>受け入れ条件は EARS 記法で書いてください。</a:t>
            </a:r>
            <a:endParaRPr lang="en-US" sz="1100" dirty="0"/>
          </a:p>
        </p:txBody>
      </p:sp>
      <p:sp>
        <p:nvSpPr>
          <p:cNvPr id="37" name="Text 33"/>
          <p:cNvSpPr/>
          <p:nvPr/>
        </p:nvSpPr>
        <p:spPr>
          <a:xfrm>
            <a:off x="6832600" y="3083024"/>
            <a:ext cx="4682998"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4A4760"/>
                </a:solidFill>
                <a:latin typeface="Noto Sans JP" pitchFamily="34" charset="0"/>
                <a:ea typeface="Noto Sans JP" pitchFamily="34" charset="-122"/>
                <a:cs typeface="Noto Sans JP" pitchFamily="34" charset="-120"/>
              </a:rPr>
              <a:t>EARS 記法＝「〜のとき、システムは〜する」という</a:t>
            </a:r>
            <a:endParaRPr lang="en-US" sz="1100" dirty="0"/>
          </a:p>
          <a:p>
            <a:pPr algn="l" indent="0" marL="0">
              <a:lnSpc>
                <a:spcPts val="1540"/>
              </a:lnSpc>
              <a:buNone/>
            </a:pPr>
            <a:r>
              <a:rPr lang="en-US" sz="1100" dirty="0">
                <a:solidFill>
                  <a:srgbClr val="4A4760"/>
                </a:solidFill>
                <a:latin typeface="Noto Sans JP" pitchFamily="34" charset="0"/>
                <a:ea typeface="Noto Sans JP" pitchFamily="34" charset="-122"/>
                <a:cs typeface="Noto Sans JP" pitchFamily="34" charset="-120"/>
              </a:rPr>
              <a:t>合否を判定できる書き方</a:t>
            </a:r>
            <a:endParaRPr lang="en-US" sz="1100" dirty="0"/>
          </a:p>
        </p:txBody>
      </p:sp>
      <p:sp>
        <p:nvSpPr>
          <p:cNvPr id="38" name="Text 34"/>
          <p:cNvSpPr/>
          <p:nvPr/>
        </p:nvSpPr>
        <p:spPr>
          <a:xfrm>
            <a:off x="6502400" y="3550345"/>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2</a:t>
            </a:r>
            <a:endParaRPr lang="en-US" sz="1200" dirty="0"/>
          </a:p>
        </p:txBody>
      </p:sp>
      <p:sp>
        <p:nvSpPr>
          <p:cNvPr id="39" name="Text 35"/>
          <p:cNvSpPr/>
          <p:nvPr/>
        </p:nvSpPr>
        <p:spPr>
          <a:xfrm>
            <a:off x="6832600" y="3550345"/>
            <a:ext cx="468299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1B3A"/>
                </a:solidFill>
                <a:latin typeface="Noto Sans JP" pitchFamily="34" charset="0"/>
                <a:ea typeface="Noto Sans JP" pitchFamily="34" charset="-122"/>
                <a:cs typeface="Noto Sans JP" pitchFamily="34" charset="-120"/>
              </a:rPr>
              <a:t>Requirements を選んで Submit answer</a:t>
            </a:r>
            <a:endParaRPr lang="en-US" sz="1300" dirty="0"/>
          </a:p>
        </p:txBody>
      </p:sp>
      <p:sp>
        <p:nvSpPr>
          <p:cNvPr id="40" name="Text 36"/>
          <p:cNvSpPr/>
          <p:nvPr/>
        </p:nvSpPr>
        <p:spPr>
          <a:xfrm>
            <a:off x="6502400" y="3880545"/>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6A4BE0"/>
          </a:solidFill>
          <a:ln/>
        </p:spPr>
        <p:txBody>
          <a:bodyPr wrap="square" lIns="0" tIns="0" rIns="0" bIns="0" rtlCol="0" anchor="t">
            <a:normAutofit/>
          </a:bodyPr>
          <a:lstStyle/>
          <a:p>
            <a:pPr algn="ctr" indent="0" marL="0">
              <a:lnSpc>
                <a:spcPts val="2004"/>
              </a:lnSpc>
              <a:buNone/>
            </a:pPr>
            <a:r>
              <a:rPr lang="en-US" sz="1200" b="1" dirty="0">
                <a:solidFill>
                  <a:srgbClr val="F7F6FB"/>
                </a:solidFill>
                <a:latin typeface="Noto Sans JP" pitchFamily="34" charset="0"/>
                <a:ea typeface="Noto Sans JP" pitchFamily="34" charset="-122"/>
                <a:cs typeface="Noto Sans JP" pitchFamily="34" charset="-120"/>
              </a:rPr>
              <a:t>3</a:t>
            </a:r>
            <a:endParaRPr lang="en-US" sz="1200" dirty="0"/>
          </a:p>
        </p:txBody>
      </p:sp>
      <p:sp>
        <p:nvSpPr>
          <p:cNvPr id="41" name="Text 37"/>
          <p:cNvSpPr/>
          <p:nvPr/>
        </p:nvSpPr>
        <p:spPr>
          <a:xfrm>
            <a:off x="6832600" y="3880545"/>
            <a:ext cx="468299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1B3A"/>
                </a:solidFill>
                <a:latin typeface="Noto Sans JP" pitchFamily="34" charset="0"/>
                <a:ea typeface="Noto Sans JP" pitchFamily="34" charset="-122"/>
                <a:cs typeface="Noto Sans JP" pitchFamily="34" charset="-120"/>
              </a:rPr>
              <a:t>できたら、AI に質問させて穴を埋める</a:t>
            </a:r>
            <a:endParaRPr lang="en-US" sz="1300" dirty="0"/>
          </a:p>
        </p:txBody>
      </p:sp>
      <p:sp>
        <p:nvSpPr>
          <p:cNvPr id="42" name="Shape 38"/>
          <p:cNvSpPr/>
          <p:nvPr/>
        </p:nvSpPr>
        <p:spPr>
          <a:xfrm>
            <a:off x="6511925" y="4220270"/>
            <a:ext cx="4857750" cy="1159272"/>
          </a:xfrm>
          <a:prstGeom prst="roundRect">
            <a:avLst>
              <a:gd name="adj" fmla="val 6847"/>
            </a:avLst>
          </a:prstGeom>
          <a:solidFill>
            <a:srgbClr val="FFFFFF"/>
          </a:solidFill>
          <a:ln w="19050">
            <a:solidFill>
              <a:srgbClr val="6A4BE0"/>
            </a:solidFill>
            <a:prstDash val="solid"/>
          </a:ln>
        </p:spPr>
      </p:sp>
      <p:sp>
        <p:nvSpPr>
          <p:cNvPr id="43" name="Text 39"/>
          <p:cNvSpPr/>
          <p:nvPr/>
        </p:nvSpPr>
        <p:spPr>
          <a:xfrm>
            <a:off x="6661150" y="4331395"/>
            <a:ext cx="1479947" cy="203200"/>
          </a:xfrm>
          <a:custGeom>
            <a:avLst/>
            <a:gdLst/>
            <a:ahLst/>
            <a:cxnLst/>
            <a:rect l="l" t="t" r="r" b="b"/>
            <a:pathLst>
              <a:path w="1479947" h="203200">
                <a:moveTo>
                  <a:pt x="101600" y="0"/>
                </a:moveTo>
                <a:lnTo>
                  <a:pt x="1378347" y="0"/>
                </a:lnTo>
                <a:arcTo hR="101600" wR="101600" stAng="16200000" swAng="5400000"/>
                <a:lnTo>
                  <a:pt x="1479947" y="101600"/>
                </a:lnTo>
                <a:arcTo hR="101600" wR="101600" stAng="0" swAng="5400000"/>
                <a:lnTo>
                  <a:pt x="101600" y="203200"/>
                </a:lnTo>
                <a:arcTo hR="101600" wR="101600" stAng="5400000" swAng="5400000"/>
                <a:lnTo>
                  <a:pt x="0" y="101600"/>
                </a:lnTo>
                <a:arcTo hR="101600" wR="101600" stAng="10800000" swAng="5400000"/>
                <a:close/>
              </a:path>
            </a:pathLst>
          </a:custGeom>
          <a:solidFill>
            <a:srgbClr val="6A4BE0"/>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Noto Sans JP" pitchFamily="34" charset="0"/>
                <a:ea typeface="Noto Sans JP" pitchFamily="34" charset="-122"/>
                <a:cs typeface="Noto Sans JP" pitchFamily="34" charset="-120"/>
              </a:rPr>
              <a:t>Kiro のチャットに入力</a:t>
            </a:r>
            <a:endParaRPr lang="en-US" sz="1000" dirty="0"/>
          </a:p>
        </p:txBody>
      </p:sp>
      <p:sp>
        <p:nvSpPr>
          <p:cNvPr id="44" name="Text 40"/>
          <p:cNvSpPr/>
          <p:nvPr/>
        </p:nvSpPr>
        <p:spPr>
          <a:xfrm>
            <a:off x="6661150" y="4598095"/>
            <a:ext cx="4696079" cy="695722"/>
          </a:xfrm>
          <a:prstGeom prst="rect">
            <a:avLst/>
          </a:prstGeom>
          <a:noFill/>
          <a:ln/>
        </p:spPr>
        <p:txBody>
          <a:bodyPr wrap="square" lIns="0" tIns="0" rIns="0" bIns="0" rtlCol="0" anchor="t">
            <a:normAutofit/>
          </a:bodyPr>
          <a:lstStyle/>
          <a:p>
            <a:pPr algn="l" indent="0" marL="0">
              <a:lnSpc>
                <a:spcPts val="1760"/>
              </a:lnSpc>
              <a:buNone/>
            </a:pPr>
            <a:r>
              <a:rPr lang="en-US" sz="1100" dirty="0">
                <a:solidFill>
                  <a:srgbClr val="1E1B3A"/>
                </a:solidFill>
                <a:latin typeface="Noto Sans JP" pitchFamily="34" charset="0"/>
                <a:ea typeface="Noto Sans JP" pitchFamily="34" charset="-122"/>
                <a:cs typeface="Noto Sans JP" pitchFamily="34" charset="-120"/>
              </a:rPr>
              <a:t>この requirements.md に足りない観点や、</a:t>
            </a:r>
            <a:endParaRPr lang="en-US" sz="1100" dirty="0"/>
          </a:p>
          <a:p>
            <a:pPr algn="l" indent="0" marL="0">
              <a:lnSpc>
                <a:spcPts val="1760"/>
              </a:lnSpc>
              <a:buNone/>
            </a:pPr>
            <a:r>
              <a:rPr lang="en-US" sz="1100" dirty="0">
                <a:solidFill>
                  <a:srgbClr val="1E1B3A"/>
                </a:solidFill>
                <a:latin typeface="Noto Sans JP" pitchFamily="34" charset="0"/>
                <a:ea typeface="Noto Sans JP" pitchFamily="34" charset="-122"/>
                <a:cs typeface="Noto Sans JP" pitchFamily="34" charset="-120"/>
              </a:rPr>
              <a:t>依頼者に確認すべき点を、質問の形で挙げてください。</a:t>
            </a:r>
            <a:endParaRPr lang="en-US" sz="1100" dirty="0"/>
          </a:p>
          <a:p>
            <a:pPr algn="l" indent="0" marL="0">
              <a:lnSpc>
                <a:spcPts val="1760"/>
              </a:lnSpc>
              <a:buNone/>
            </a:pPr>
            <a:r>
              <a:rPr lang="en-US" sz="1100" dirty="0">
                <a:solidFill>
                  <a:srgbClr val="1E1B3A"/>
                </a:solidFill>
                <a:latin typeface="Noto Sans JP" pitchFamily="34" charset="0"/>
                <a:ea typeface="Noto Sans JP" pitchFamily="34" charset="-122"/>
                <a:cs typeface="Noto Sans JP" pitchFamily="34" charset="-120"/>
              </a:rPr>
              <a:t>それぞれに「おすすめの答え」も付けてください。</a:t>
            </a:r>
            <a:endParaRPr lang="en-US" sz="1100" dirty="0"/>
          </a:p>
        </p:txBody>
      </p:sp>
      <p:sp>
        <p:nvSpPr>
          <p:cNvPr id="45" name="Text 41"/>
          <p:cNvSpPr/>
          <p:nvPr/>
        </p:nvSpPr>
        <p:spPr>
          <a:xfrm>
            <a:off x="812800" y="5502374"/>
            <a:ext cx="10566400" cy="339626"/>
          </a:xfrm>
          <a:prstGeom prst="roundRect">
            <a:avLst>
              <a:gd name="adj" fmla="val 22436"/>
            </a:avLst>
          </a:prstGeom>
          <a:solidFill>
            <a:srgbClr val="FFF1E6"/>
          </a:solidFill>
          <a:ln/>
        </p:spPr>
        <p:txBody>
          <a:bodyPr wrap="square" lIns="180882" tIns="41182" rIns="0" bIns="15782" rtlCol="0" anchor="t">
            <a:normAutofit/>
          </a:bodyPr>
          <a:lstStyle/>
          <a:p>
            <a:pPr algn="l" indent="0" marL="0">
              <a:lnSpc>
                <a:spcPts val="1675"/>
              </a:lnSpc>
              <a:buNone/>
            </a:pPr>
            <a:r>
              <a:rPr lang="en-US" sz="1196" b="1" dirty="0">
                <a:solidFill>
                  <a:srgbClr val="1E1B3A"/>
                </a:solidFill>
                <a:latin typeface="Noto Sans JP" pitchFamily="34" charset="0"/>
                <a:ea typeface="Noto Sans JP" pitchFamily="34" charset="-122"/>
                <a:cs typeface="Noto Sans JP" pitchFamily="34" charset="-120"/>
              </a:rPr>
              <a:t>決められないことは「未確定事項」に書いておく。設計に進むか聞かれても、STEP 6 は要件までで止める</a:t>
            </a:r>
            <a:endParaRPr lang="en-US" sz="1196" dirty="0"/>
          </a:p>
        </p:txBody>
      </p:sp>
      <p:sp>
        <p:nvSpPr>
          <p:cNvPr id="46" name="Shape 42"/>
          <p:cNvSpPr/>
          <p:nvPr/>
        </p:nvSpPr>
        <p:spPr>
          <a:xfrm>
            <a:off x="812800" y="5502374"/>
            <a:ext cx="10566400" cy="339626"/>
          </a:xfrm>
          <a:custGeom>
            <a:avLst/>
            <a:gdLst/>
            <a:ahLst/>
            <a:cxnLst/>
            <a:rect l="l" t="t" r="r" b="b"/>
            <a:pathLst>
              <a:path w="10566400" h="339626">
                <a:moveTo>
                  <a:pt x="76200" y="339626"/>
                </a:moveTo>
                <a:lnTo>
                  <a:pt x="76200" y="339626"/>
                </a:lnTo>
                <a:arcTo hR="76200" wR="76200" stAng="5400000" swAng="5400000"/>
                <a:lnTo>
                  <a:pt x="0" y="76200"/>
                </a:lnTo>
                <a:arcTo hR="76200" wR="76200" stAng="10800000" swAng="5400000"/>
                <a:lnTo>
                  <a:pt x="76200" y="0"/>
                </a:lnTo>
                <a:arcTo hR="76200" wR="25400" stAng="16200000" swAng="-5400000"/>
                <a:lnTo>
                  <a:pt x="50800" y="263426"/>
                </a:lnTo>
                <a:arcTo hR="76200" wR="25400" stAng="10800000" swAng="-5400000"/>
                <a:close/>
              </a:path>
            </a:pathLst>
          </a:custGeom>
          <a:solidFill>
            <a:srgbClr val="E07B39"/>
          </a:solidFill>
          <a:ln/>
        </p:spPr>
      </p:sp>
      <p:sp>
        <p:nvSpPr>
          <p:cNvPr id="47" name="Text 43"/>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48" name="Text 44"/>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docs/06-spec-requirements-pr.md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776585"/>
            <a:ext cx="1064617" cy="307280"/>
          </a:xfrm>
          <a:custGeom>
            <a:avLst/>
            <a:gdLst/>
            <a:ahLst/>
            <a:cxnLst/>
            <a:rect l="l" t="t" r="r" b="b"/>
            <a:pathLst>
              <a:path w="1064617" h="307280">
                <a:moveTo>
                  <a:pt x="153640" y="0"/>
                </a:moveTo>
                <a:lnTo>
                  <a:pt x="910977" y="0"/>
                </a:lnTo>
                <a:arcTo hR="153640" wR="153640" stAng="16200000" swAng="5400000"/>
                <a:lnTo>
                  <a:pt x="1064617"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STEP 6〜7</a:t>
            </a:r>
            <a:endParaRPr lang="en-US" sz="1300" dirty="0"/>
          </a:p>
        </p:txBody>
      </p:sp>
      <p:sp>
        <p:nvSpPr>
          <p:cNvPr id="3" name="Text 1"/>
          <p:cNvSpPr/>
          <p:nvPr>
            <p:ph type="title"/>
          </p:nvPr>
        </p:nvSpPr>
        <p:spPr>
          <a:xfrm>
            <a:off x="1979017" y="711200"/>
            <a:ext cx="5436156"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ひとりでもレビューできる</a:t>
            </a:r>
            <a:endParaRPr lang="en-US" sz="3000" dirty="0"/>
          </a:p>
        </p:txBody>
      </p:sp>
      <p:sp>
        <p:nvSpPr>
          <p:cNvPr id="4" name="Shape 2"/>
          <p:cNvSpPr/>
          <p:nvPr/>
        </p:nvSpPr>
        <p:spPr>
          <a:xfrm>
            <a:off x="812800" y="1352550"/>
            <a:ext cx="10566400" cy="584200"/>
          </a:xfrm>
          <a:prstGeom prst="roundRect">
            <a:avLst>
              <a:gd name="adj" fmla="val 17391"/>
            </a:avLst>
          </a:prstGeom>
          <a:solidFill>
            <a:srgbClr val="FFFFFF"/>
          </a:solidFill>
          <a:ln/>
        </p:spPr>
      </p:sp>
      <p:sp>
        <p:nvSpPr>
          <p:cNvPr id="5" name="Text 3"/>
          <p:cNvSpPr/>
          <p:nvPr/>
        </p:nvSpPr>
        <p:spPr>
          <a:xfrm>
            <a:off x="1016000" y="146685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6A4BE0"/>
          </a:solidFill>
          <a:ln/>
        </p:spPr>
        <p:txBody>
          <a:bodyPr wrap="square" lIns="0" tIns="0" rIns="0" bIns="0" rtlCol="0" anchor="t">
            <a:normAutofit/>
          </a:bodyPr>
          <a:lstStyle/>
          <a:p>
            <a:pPr algn="ctr" indent="0" marL="0">
              <a:lnSpc>
                <a:spcPts val="2775"/>
              </a:lnSpc>
              <a:buNone/>
            </a:pPr>
            <a:r>
              <a:rPr lang="en-US" sz="1500" b="1" dirty="0">
                <a:solidFill>
                  <a:srgbClr val="F7F6FB"/>
                </a:solidFill>
                <a:latin typeface="Noto Sans JP" pitchFamily="34" charset="0"/>
                <a:ea typeface="Noto Sans JP" pitchFamily="34" charset="-122"/>
                <a:cs typeface="Noto Sans JP" pitchFamily="34" charset="-120"/>
              </a:rPr>
              <a:t>1</a:t>
            </a:r>
            <a:endParaRPr lang="en-US" sz="1500" dirty="0"/>
          </a:p>
        </p:txBody>
      </p:sp>
      <p:sp>
        <p:nvSpPr>
          <p:cNvPr id="6" name="Text 4"/>
          <p:cNvSpPr/>
          <p:nvPr/>
        </p:nvSpPr>
        <p:spPr>
          <a:xfrm>
            <a:off x="1524000" y="1512590"/>
            <a:ext cx="952500" cy="264120"/>
          </a:xfrm>
          <a:custGeom>
            <a:avLst/>
            <a:gdLst/>
            <a:ahLst/>
            <a:cxnLst/>
            <a:rect l="l" t="t" r="r" b="b"/>
            <a:pathLst>
              <a:path w="952500" h="264120">
                <a:moveTo>
                  <a:pt x="132060" y="0"/>
                </a:moveTo>
                <a:lnTo>
                  <a:pt x="820440" y="0"/>
                </a:lnTo>
                <a:arcTo hR="132060" wR="132060" stAng="16200000" swAng="5400000"/>
                <a:lnTo>
                  <a:pt x="952500" y="132060"/>
                </a:lnTo>
                <a:arcTo hR="132060" wR="132060" stAng="0" swAng="5400000"/>
                <a:lnTo>
                  <a:pt x="132060" y="264120"/>
                </a:lnTo>
                <a:arcTo hR="132060" wR="132060" stAng="5400000" swAng="5400000"/>
                <a:lnTo>
                  <a:pt x="0" y="132060"/>
                </a:lnTo>
                <a:arcTo hR="132060" wR="132060" stAng="10800000" swAng="5400000"/>
                <a:close/>
              </a:path>
            </a:pathLst>
          </a:custGeom>
          <a:solidFill>
            <a:srgbClr val="1F6FB2"/>
          </a:solidFill>
          <a:ln/>
        </p:spPr>
        <p:txBody>
          <a:bodyPr wrap="none" lIns="76200" tIns="25400" rIns="76200" bIns="0" rtlCol="0" anchor="t">
            <a:normAutofit/>
          </a:bodyPr>
          <a:lstStyle/>
          <a:p>
            <a:pPr algn="ctr" indent="0" marL="0">
              <a:lnSpc>
                <a:spcPts val="1680"/>
              </a:lnSpc>
              <a:buNone/>
            </a:pPr>
            <a:r>
              <a:rPr lang="en-US" sz="1200" b="1" dirty="0">
                <a:solidFill>
                  <a:srgbClr val="F7F6FB"/>
                </a:solidFill>
                <a:latin typeface="Noto Sans JP" pitchFamily="34" charset="0"/>
                <a:ea typeface="Noto Sans JP" pitchFamily="34" charset="-122"/>
                <a:cs typeface="Noto Sans JP" pitchFamily="34" charset="-120"/>
              </a:rPr>
              <a:t>ブラウザ</a:t>
            </a:r>
            <a:endParaRPr lang="en-US" sz="1200" dirty="0"/>
          </a:p>
        </p:txBody>
      </p:sp>
      <p:sp>
        <p:nvSpPr>
          <p:cNvPr id="7" name="Text 5"/>
          <p:cNvSpPr/>
          <p:nvPr/>
        </p:nvSpPr>
        <p:spPr>
          <a:xfrm>
            <a:off x="2628900" y="1522710"/>
            <a:ext cx="235458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B3A"/>
                </a:solidFill>
                <a:latin typeface="Noto Sans JP" pitchFamily="34" charset="0"/>
                <a:ea typeface="Noto Sans JP" pitchFamily="34" charset="-122"/>
                <a:cs typeface="Noto Sans JP" pitchFamily="34" charset="-120"/>
              </a:rPr>
              <a:t>PR を出す</a:t>
            </a:r>
            <a:endParaRPr lang="en-US" sz="1600" dirty="0"/>
          </a:p>
        </p:txBody>
      </p:sp>
      <p:sp>
        <p:nvSpPr>
          <p:cNvPr id="8" name="Text 6"/>
          <p:cNvSpPr/>
          <p:nvPr/>
        </p:nvSpPr>
        <p:spPr>
          <a:xfrm>
            <a:off x="5067300" y="1529060"/>
            <a:ext cx="629196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base が自分のリポジトリの main になっているか確認する</a:t>
            </a:r>
            <a:endParaRPr lang="en-US" sz="1300" dirty="0"/>
          </a:p>
        </p:txBody>
      </p:sp>
      <p:sp>
        <p:nvSpPr>
          <p:cNvPr id="9" name="Shape 7"/>
          <p:cNvSpPr/>
          <p:nvPr/>
        </p:nvSpPr>
        <p:spPr>
          <a:xfrm>
            <a:off x="812800" y="2025650"/>
            <a:ext cx="10566400" cy="584200"/>
          </a:xfrm>
          <a:prstGeom prst="roundRect">
            <a:avLst>
              <a:gd name="adj" fmla="val 17391"/>
            </a:avLst>
          </a:prstGeom>
          <a:solidFill>
            <a:srgbClr val="FFFFFF"/>
          </a:solidFill>
          <a:ln/>
        </p:spPr>
      </p:sp>
      <p:sp>
        <p:nvSpPr>
          <p:cNvPr id="10" name="Text 8"/>
          <p:cNvSpPr/>
          <p:nvPr/>
        </p:nvSpPr>
        <p:spPr>
          <a:xfrm>
            <a:off x="1016000" y="213995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6A4BE0"/>
          </a:solidFill>
          <a:ln/>
        </p:spPr>
        <p:txBody>
          <a:bodyPr wrap="square" lIns="0" tIns="0" rIns="0" bIns="0" rtlCol="0" anchor="t">
            <a:normAutofit/>
          </a:bodyPr>
          <a:lstStyle/>
          <a:p>
            <a:pPr algn="ctr" indent="0" marL="0">
              <a:lnSpc>
                <a:spcPts val="2775"/>
              </a:lnSpc>
              <a:buNone/>
            </a:pPr>
            <a:r>
              <a:rPr lang="en-US" sz="1500" b="1" dirty="0">
                <a:solidFill>
                  <a:srgbClr val="F7F6FB"/>
                </a:solidFill>
                <a:latin typeface="Noto Sans JP" pitchFamily="34" charset="0"/>
                <a:ea typeface="Noto Sans JP" pitchFamily="34" charset="-122"/>
                <a:cs typeface="Noto Sans JP" pitchFamily="34" charset="-120"/>
              </a:rPr>
              <a:t>2</a:t>
            </a:r>
            <a:endParaRPr lang="en-US" sz="1500" dirty="0"/>
          </a:p>
        </p:txBody>
      </p:sp>
      <p:sp>
        <p:nvSpPr>
          <p:cNvPr id="11" name="Text 9"/>
          <p:cNvSpPr/>
          <p:nvPr/>
        </p:nvSpPr>
        <p:spPr>
          <a:xfrm>
            <a:off x="1524000" y="2185690"/>
            <a:ext cx="952500" cy="264120"/>
          </a:xfrm>
          <a:custGeom>
            <a:avLst/>
            <a:gdLst/>
            <a:ahLst/>
            <a:cxnLst/>
            <a:rect l="l" t="t" r="r" b="b"/>
            <a:pathLst>
              <a:path w="952500" h="264120">
                <a:moveTo>
                  <a:pt x="132060" y="0"/>
                </a:moveTo>
                <a:lnTo>
                  <a:pt x="820440" y="0"/>
                </a:lnTo>
                <a:arcTo hR="132060" wR="132060" stAng="16200000" swAng="5400000"/>
                <a:lnTo>
                  <a:pt x="952500" y="132060"/>
                </a:lnTo>
                <a:arcTo hR="132060" wR="132060" stAng="0" swAng="5400000"/>
                <a:lnTo>
                  <a:pt x="132060" y="264120"/>
                </a:lnTo>
                <a:arcTo hR="132060" wR="132060" stAng="5400000" swAng="5400000"/>
                <a:lnTo>
                  <a:pt x="0" y="132060"/>
                </a:lnTo>
                <a:arcTo hR="132060" wR="132060" stAng="10800000" swAng="5400000"/>
                <a:close/>
              </a:path>
            </a:pathLst>
          </a:custGeom>
          <a:solidFill>
            <a:srgbClr val="6A4BE0"/>
          </a:solidFill>
          <a:ln/>
        </p:spPr>
        <p:txBody>
          <a:bodyPr wrap="none" lIns="76200" tIns="25400" rIns="76200" bIns="0" rtlCol="0" anchor="t">
            <a:normAutofit/>
          </a:bodyPr>
          <a:lstStyle/>
          <a:p>
            <a:pPr algn="ctr" indent="0" marL="0">
              <a:lnSpc>
                <a:spcPts val="1680"/>
              </a:lnSpc>
              <a:buNone/>
            </a:pPr>
            <a:r>
              <a:rPr lang="en-US" sz="1200" b="1" dirty="0">
                <a:solidFill>
                  <a:srgbClr val="F7F6FB"/>
                </a:solidFill>
                <a:latin typeface="Noto Sans JP" pitchFamily="34" charset="0"/>
                <a:ea typeface="Noto Sans JP" pitchFamily="34" charset="-122"/>
                <a:cs typeface="Noto Sans JP" pitchFamily="34" charset="-120"/>
              </a:rPr>
              <a:t>Kiro</a:t>
            </a:r>
            <a:endParaRPr lang="en-US" sz="1200" dirty="0"/>
          </a:p>
        </p:txBody>
      </p:sp>
      <p:sp>
        <p:nvSpPr>
          <p:cNvPr id="12" name="Text 10"/>
          <p:cNvSpPr/>
          <p:nvPr/>
        </p:nvSpPr>
        <p:spPr>
          <a:xfrm>
            <a:off x="2628900" y="2195810"/>
            <a:ext cx="235458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B3A"/>
                </a:solidFill>
                <a:latin typeface="Noto Sans JP" pitchFamily="34" charset="0"/>
                <a:ea typeface="Noto Sans JP" pitchFamily="34" charset="-122"/>
                <a:cs typeface="Noto Sans JP" pitchFamily="34" charset="-120"/>
              </a:rPr>
              <a:t>AI がレビュー役</a:t>
            </a:r>
            <a:endParaRPr lang="en-US" sz="1600" dirty="0"/>
          </a:p>
        </p:txBody>
      </p:sp>
      <p:sp>
        <p:nvSpPr>
          <p:cNvPr id="13" name="Text 11"/>
          <p:cNvSpPr/>
          <p:nvPr/>
        </p:nvSpPr>
        <p:spPr>
          <a:xfrm>
            <a:off x="5067300" y="2202160"/>
            <a:ext cx="629196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依頼者の立場でコメントを5つ出させ、review-comments.md に保存</a:t>
            </a:r>
            <a:endParaRPr lang="en-US" sz="1300" dirty="0"/>
          </a:p>
        </p:txBody>
      </p:sp>
      <p:sp>
        <p:nvSpPr>
          <p:cNvPr id="14" name="Shape 12"/>
          <p:cNvSpPr/>
          <p:nvPr/>
        </p:nvSpPr>
        <p:spPr>
          <a:xfrm>
            <a:off x="812800" y="2698750"/>
            <a:ext cx="10566400" cy="584200"/>
          </a:xfrm>
          <a:prstGeom prst="roundRect">
            <a:avLst>
              <a:gd name="adj" fmla="val 17391"/>
            </a:avLst>
          </a:prstGeom>
          <a:solidFill>
            <a:srgbClr val="FFFFFF"/>
          </a:solidFill>
          <a:ln/>
        </p:spPr>
      </p:sp>
      <p:sp>
        <p:nvSpPr>
          <p:cNvPr id="15" name="Text 13"/>
          <p:cNvSpPr/>
          <p:nvPr/>
        </p:nvSpPr>
        <p:spPr>
          <a:xfrm>
            <a:off x="1016000" y="281305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6A4BE0"/>
          </a:solidFill>
          <a:ln/>
        </p:spPr>
        <p:txBody>
          <a:bodyPr wrap="square" lIns="0" tIns="0" rIns="0" bIns="0" rtlCol="0" anchor="t">
            <a:normAutofit/>
          </a:bodyPr>
          <a:lstStyle/>
          <a:p>
            <a:pPr algn="ctr" indent="0" marL="0">
              <a:lnSpc>
                <a:spcPts val="2775"/>
              </a:lnSpc>
              <a:buNone/>
            </a:pPr>
            <a:r>
              <a:rPr lang="en-US" sz="1500" b="1" dirty="0">
                <a:solidFill>
                  <a:srgbClr val="F7F6FB"/>
                </a:solidFill>
                <a:latin typeface="Noto Sans JP" pitchFamily="34" charset="0"/>
                <a:ea typeface="Noto Sans JP" pitchFamily="34" charset="-122"/>
                <a:cs typeface="Noto Sans JP" pitchFamily="34" charset="-120"/>
              </a:rPr>
              <a:t>3</a:t>
            </a:r>
            <a:endParaRPr lang="en-US" sz="1500" dirty="0"/>
          </a:p>
        </p:txBody>
      </p:sp>
      <p:sp>
        <p:nvSpPr>
          <p:cNvPr id="16" name="Text 14"/>
          <p:cNvSpPr/>
          <p:nvPr/>
        </p:nvSpPr>
        <p:spPr>
          <a:xfrm>
            <a:off x="1524000" y="2858790"/>
            <a:ext cx="952500" cy="264120"/>
          </a:xfrm>
          <a:custGeom>
            <a:avLst/>
            <a:gdLst/>
            <a:ahLst/>
            <a:cxnLst/>
            <a:rect l="l" t="t" r="r" b="b"/>
            <a:pathLst>
              <a:path w="952500" h="264120">
                <a:moveTo>
                  <a:pt x="132060" y="0"/>
                </a:moveTo>
                <a:lnTo>
                  <a:pt x="820440" y="0"/>
                </a:lnTo>
                <a:arcTo hR="132060" wR="132060" stAng="16200000" swAng="5400000"/>
                <a:lnTo>
                  <a:pt x="952500" y="132060"/>
                </a:lnTo>
                <a:arcTo hR="132060" wR="132060" stAng="0" swAng="5400000"/>
                <a:lnTo>
                  <a:pt x="132060" y="264120"/>
                </a:lnTo>
                <a:arcTo hR="132060" wR="132060" stAng="5400000" swAng="5400000"/>
                <a:lnTo>
                  <a:pt x="0" y="132060"/>
                </a:lnTo>
                <a:arcTo hR="132060" wR="132060" stAng="10800000" swAng="5400000"/>
                <a:close/>
              </a:path>
            </a:pathLst>
          </a:custGeom>
          <a:solidFill>
            <a:srgbClr val="1F6FB2"/>
          </a:solidFill>
          <a:ln/>
        </p:spPr>
        <p:txBody>
          <a:bodyPr wrap="none" lIns="76200" tIns="25400" rIns="76200" bIns="0" rtlCol="0" anchor="t">
            <a:normAutofit/>
          </a:bodyPr>
          <a:lstStyle/>
          <a:p>
            <a:pPr algn="ctr" indent="0" marL="0">
              <a:lnSpc>
                <a:spcPts val="1680"/>
              </a:lnSpc>
              <a:buNone/>
            </a:pPr>
            <a:r>
              <a:rPr lang="en-US" sz="1200" b="1" dirty="0">
                <a:solidFill>
                  <a:srgbClr val="F7F6FB"/>
                </a:solidFill>
                <a:latin typeface="Noto Sans JP" pitchFamily="34" charset="0"/>
                <a:ea typeface="Noto Sans JP" pitchFamily="34" charset="-122"/>
                <a:cs typeface="Noto Sans JP" pitchFamily="34" charset="-120"/>
              </a:rPr>
              <a:t>ブラウザ</a:t>
            </a:r>
            <a:endParaRPr lang="en-US" sz="1200" dirty="0"/>
          </a:p>
        </p:txBody>
      </p:sp>
      <p:sp>
        <p:nvSpPr>
          <p:cNvPr id="17" name="Text 15"/>
          <p:cNvSpPr/>
          <p:nvPr/>
        </p:nvSpPr>
        <p:spPr>
          <a:xfrm>
            <a:off x="2628900" y="2868910"/>
            <a:ext cx="235458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B3A"/>
                </a:solidFill>
                <a:latin typeface="Noto Sans JP" pitchFamily="34" charset="0"/>
                <a:ea typeface="Noto Sans JP" pitchFamily="34" charset="-122"/>
                <a:cs typeface="Noto Sans JP" pitchFamily="34" charset="-120"/>
              </a:rPr>
              <a:t>自分でも見直す</a:t>
            </a:r>
            <a:endParaRPr lang="en-US" sz="1600" dirty="0"/>
          </a:p>
        </p:txBody>
      </p:sp>
      <p:sp>
        <p:nvSpPr>
          <p:cNvPr id="18" name="Text 16"/>
          <p:cNvSpPr/>
          <p:nvPr/>
        </p:nvSpPr>
        <p:spPr>
          <a:xfrm>
            <a:off x="5067300" y="2875260"/>
            <a:ext cx="629196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Files changed で行コメントを付け、見本とも比べる</a:t>
            </a:r>
            <a:endParaRPr lang="en-US" sz="1300" dirty="0"/>
          </a:p>
        </p:txBody>
      </p:sp>
      <p:sp>
        <p:nvSpPr>
          <p:cNvPr id="19" name="Shape 17"/>
          <p:cNvSpPr/>
          <p:nvPr/>
        </p:nvSpPr>
        <p:spPr>
          <a:xfrm>
            <a:off x="812800" y="3371850"/>
            <a:ext cx="10566400" cy="584200"/>
          </a:xfrm>
          <a:prstGeom prst="roundRect">
            <a:avLst>
              <a:gd name="adj" fmla="val 17391"/>
            </a:avLst>
          </a:prstGeom>
          <a:solidFill>
            <a:srgbClr val="FFFFFF"/>
          </a:solidFill>
          <a:ln/>
        </p:spPr>
      </p:sp>
      <p:sp>
        <p:nvSpPr>
          <p:cNvPr id="20" name="Text 18"/>
          <p:cNvSpPr/>
          <p:nvPr/>
        </p:nvSpPr>
        <p:spPr>
          <a:xfrm>
            <a:off x="1016000" y="348615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6A4BE0"/>
          </a:solidFill>
          <a:ln/>
        </p:spPr>
        <p:txBody>
          <a:bodyPr wrap="square" lIns="0" tIns="0" rIns="0" bIns="0" rtlCol="0" anchor="t">
            <a:normAutofit/>
          </a:bodyPr>
          <a:lstStyle/>
          <a:p>
            <a:pPr algn="ctr" indent="0" marL="0">
              <a:lnSpc>
                <a:spcPts val="2775"/>
              </a:lnSpc>
              <a:buNone/>
            </a:pPr>
            <a:r>
              <a:rPr lang="en-US" sz="1500" b="1" dirty="0">
                <a:solidFill>
                  <a:srgbClr val="F7F6FB"/>
                </a:solidFill>
                <a:latin typeface="Noto Sans JP" pitchFamily="34" charset="0"/>
                <a:ea typeface="Noto Sans JP" pitchFamily="34" charset="-122"/>
                <a:cs typeface="Noto Sans JP" pitchFamily="34" charset="-120"/>
              </a:rPr>
              <a:t>4</a:t>
            </a:r>
            <a:endParaRPr lang="en-US" sz="1500" dirty="0"/>
          </a:p>
        </p:txBody>
      </p:sp>
      <p:sp>
        <p:nvSpPr>
          <p:cNvPr id="21" name="Text 19"/>
          <p:cNvSpPr/>
          <p:nvPr/>
        </p:nvSpPr>
        <p:spPr>
          <a:xfrm>
            <a:off x="1524000" y="3531890"/>
            <a:ext cx="952500" cy="264120"/>
          </a:xfrm>
          <a:custGeom>
            <a:avLst/>
            <a:gdLst/>
            <a:ahLst/>
            <a:cxnLst/>
            <a:rect l="l" t="t" r="r" b="b"/>
            <a:pathLst>
              <a:path w="952500" h="264120">
                <a:moveTo>
                  <a:pt x="132060" y="0"/>
                </a:moveTo>
                <a:lnTo>
                  <a:pt x="820440" y="0"/>
                </a:lnTo>
                <a:arcTo hR="132060" wR="132060" stAng="16200000" swAng="5400000"/>
                <a:lnTo>
                  <a:pt x="952500" y="132060"/>
                </a:lnTo>
                <a:arcTo hR="132060" wR="132060" stAng="0" swAng="5400000"/>
                <a:lnTo>
                  <a:pt x="132060" y="264120"/>
                </a:lnTo>
                <a:arcTo hR="132060" wR="132060" stAng="5400000" swAng="5400000"/>
                <a:lnTo>
                  <a:pt x="0" y="132060"/>
                </a:lnTo>
                <a:arcTo hR="132060" wR="132060" stAng="10800000" swAng="5400000"/>
                <a:close/>
              </a:path>
            </a:pathLst>
          </a:custGeom>
          <a:solidFill>
            <a:srgbClr val="1F6FB2"/>
          </a:solidFill>
          <a:ln/>
        </p:spPr>
        <p:txBody>
          <a:bodyPr wrap="none" lIns="76200" tIns="25400" rIns="76200" bIns="0" rtlCol="0" anchor="t">
            <a:normAutofit/>
          </a:bodyPr>
          <a:lstStyle/>
          <a:p>
            <a:pPr algn="ctr" indent="0" marL="0">
              <a:lnSpc>
                <a:spcPts val="1680"/>
              </a:lnSpc>
              <a:buNone/>
            </a:pPr>
            <a:r>
              <a:rPr lang="en-US" sz="1200" b="1" dirty="0">
                <a:solidFill>
                  <a:srgbClr val="F7F6FB"/>
                </a:solidFill>
                <a:latin typeface="Noto Sans JP" pitchFamily="34" charset="0"/>
                <a:ea typeface="Noto Sans JP" pitchFamily="34" charset="-122"/>
                <a:cs typeface="Noto Sans JP" pitchFamily="34" charset="-120"/>
              </a:rPr>
              <a:t>ブラウザ</a:t>
            </a:r>
            <a:endParaRPr lang="en-US" sz="1200" dirty="0"/>
          </a:p>
        </p:txBody>
      </p:sp>
      <p:sp>
        <p:nvSpPr>
          <p:cNvPr id="22" name="Text 20"/>
          <p:cNvSpPr/>
          <p:nvPr/>
        </p:nvSpPr>
        <p:spPr>
          <a:xfrm>
            <a:off x="2628900" y="3542010"/>
            <a:ext cx="24384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B3A"/>
                </a:solidFill>
                <a:latin typeface="Noto Sans JP" pitchFamily="34" charset="0"/>
                <a:ea typeface="Noto Sans JP" pitchFamily="34" charset="-122"/>
                <a:cs typeface="Noto Sans JP" pitchFamily="34" charset="-120"/>
              </a:rPr>
              <a:t>受け入れ条件で確かめる</a:t>
            </a:r>
            <a:endParaRPr lang="en-US" sz="1600" dirty="0"/>
          </a:p>
        </p:txBody>
      </p:sp>
      <p:sp>
        <p:nvSpPr>
          <p:cNvPr id="23" name="Text 21"/>
          <p:cNvSpPr/>
          <p:nvPr/>
        </p:nvSpPr>
        <p:spPr>
          <a:xfrm>
            <a:off x="5067300" y="3548360"/>
            <a:ext cx="629196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作ったツールを開き、受け入れ条件ごとに ○／× を付ける</a:t>
            </a:r>
            <a:endParaRPr lang="en-US" sz="1300" dirty="0"/>
          </a:p>
        </p:txBody>
      </p:sp>
      <p:sp>
        <p:nvSpPr>
          <p:cNvPr id="24" name="Shape 22"/>
          <p:cNvSpPr/>
          <p:nvPr/>
        </p:nvSpPr>
        <p:spPr>
          <a:xfrm>
            <a:off x="812800" y="4044950"/>
            <a:ext cx="10566400" cy="584200"/>
          </a:xfrm>
          <a:prstGeom prst="roundRect">
            <a:avLst>
              <a:gd name="adj" fmla="val 17391"/>
            </a:avLst>
          </a:prstGeom>
          <a:solidFill>
            <a:srgbClr val="1E1B3A"/>
          </a:solidFill>
          <a:ln/>
        </p:spPr>
      </p:sp>
      <p:sp>
        <p:nvSpPr>
          <p:cNvPr id="25" name="Text 23"/>
          <p:cNvSpPr/>
          <p:nvPr/>
        </p:nvSpPr>
        <p:spPr>
          <a:xfrm>
            <a:off x="1016000" y="415925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B9A8FF"/>
          </a:solidFill>
          <a:ln/>
        </p:spPr>
        <p:txBody>
          <a:bodyPr wrap="square" lIns="0" tIns="0" rIns="0" bIns="0" rtlCol="0" anchor="t">
            <a:normAutofit/>
          </a:bodyPr>
          <a:lstStyle/>
          <a:p>
            <a:pPr algn="ctr" indent="0" marL="0">
              <a:lnSpc>
                <a:spcPts val="2775"/>
              </a:lnSpc>
              <a:buNone/>
            </a:pPr>
            <a:r>
              <a:rPr lang="en-US" sz="1500" b="1" dirty="0">
                <a:solidFill>
                  <a:srgbClr val="1E1B3A"/>
                </a:solidFill>
                <a:latin typeface="Noto Sans JP" pitchFamily="34" charset="0"/>
                <a:ea typeface="Noto Sans JP" pitchFamily="34" charset="-122"/>
                <a:cs typeface="Noto Sans JP" pitchFamily="34" charset="-120"/>
              </a:rPr>
              <a:t>5</a:t>
            </a:r>
            <a:endParaRPr lang="en-US" sz="1500" dirty="0"/>
          </a:p>
        </p:txBody>
      </p:sp>
      <p:sp>
        <p:nvSpPr>
          <p:cNvPr id="26" name="Text 24"/>
          <p:cNvSpPr/>
          <p:nvPr/>
        </p:nvSpPr>
        <p:spPr>
          <a:xfrm>
            <a:off x="1524000" y="4204990"/>
            <a:ext cx="952500" cy="264120"/>
          </a:xfrm>
          <a:custGeom>
            <a:avLst/>
            <a:gdLst/>
            <a:ahLst/>
            <a:cxnLst/>
            <a:rect l="l" t="t" r="r" b="b"/>
            <a:pathLst>
              <a:path w="952500" h="264120">
                <a:moveTo>
                  <a:pt x="132060" y="0"/>
                </a:moveTo>
                <a:lnTo>
                  <a:pt x="820440" y="0"/>
                </a:lnTo>
                <a:arcTo hR="132060" wR="132060" stAng="16200000" swAng="5400000"/>
                <a:lnTo>
                  <a:pt x="952500" y="132060"/>
                </a:lnTo>
                <a:arcTo hR="132060" wR="132060" stAng="0" swAng="5400000"/>
                <a:lnTo>
                  <a:pt x="132060" y="264120"/>
                </a:lnTo>
                <a:arcTo hR="132060" wR="132060" stAng="5400000" swAng="5400000"/>
                <a:lnTo>
                  <a:pt x="0" y="132060"/>
                </a:lnTo>
                <a:arcTo hR="132060" wR="132060" stAng="10800000" swAng="5400000"/>
                <a:close/>
              </a:path>
            </a:pathLst>
          </a:custGeom>
          <a:solidFill>
            <a:srgbClr val="B9A8FF"/>
          </a:solidFill>
          <a:ln/>
        </p:spPr>
        <p:txBody>
          <a:bodyPr wrap="none" lIns="76200" tIns="25400" rIns="76200" bIns="0" rtlCol="0" anchor="t">
            <a:normAutofit/>
          </a:bodyPr>
          <a:lstStyle/>
          <a:p>
            <a:pPr algn="ctr" indent="0" marL="0">
              <a:lnSpc>
                <a:spcPts val="1680"/>
              </a:lnSpc>
              <a:buNone/>
            </a:pPr>
            <a:r>
              <a:rPr lang="en-US" sz="1200" b="1" dirty="0">
                <a:solidFill>
                  <a:srgbClr val="1E1B3A"/>
                </a:solidFill>
                <a:latin typeface="Noto Sans JP" pitchFamily="34" charset="0"/>
                <a:ea typeface="Noto Sans JP" pitchFamily="34" charset="-122"/>
                <a:cs typeface="Noto Sans JP" pitchFamily="34" charset="-120"/>
              </a:rPr>
              <a:t>ブラウザ</a:t>
            </a:r>
            <a:endParaRPr lang="en-US" sz="1200" dirty="0"/>
          </a:p>
        </p:txBody>
      </p:sp>
      <p:sp>
        <p:nvSpPr>
          <p:cNvPr id="27" name="Text 25"/>
          <p:cNvSpPr/>
          <p:nvPr/>
        </p:nvSpPr>
        <p:spPr>
          <a:xfrm>
            <a:off x="2628900" y="4215110"/>
            <a:ext cx="235458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B"/>
                </a:solidFill>
                <a:latin typeface="Noto Sans JP" pitchFamily="34" charset="0"/>
                <a:ea typeface="Noto Sans JP" pitchFamily="34" charset="-122"/>
                <a:cs typeface="Noto Sans JP" pitchFamily="34" charset="-120"/>
              </a:rPr>
              <a:t>自分でマージ</a:t>
            </a:r>
            <a:endParaRPr lang="en-US" sz="1600" dirty="0"/>
          </a:p>
        </p:txBody>
      </p:sp>
      <p:sp>
        <p:nvSpPr>
          <p:cNvPr id="28" name="Text 26"/>
          <p:cNvSpPr/>
          <p:nvPr/>
        </p:nvSpPr>
        <p:spPr>
          <a:xfrm>
            <a:off x="5067300" y="4221460"/>
            <a:ext cx="629196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9D4F0"/>
                </a:solidFill>
                <a:latin typeface="Noto Sans JP" pitchFamily="34" charset="0"/>
                <a:ea typeface="Noto Sans JP" pitchFamily="34" charset="-122"/>
                <a:cs typeface="Noto Sans JP" pitchFamily="34" charset="-120"/>
              </a:rPr>
              <a:t>Merge pull request → Confirm merge</a:t>
            </a:r>
            <a:endParaRPr lang="en-US" sz="1300" dirty="0"/>
          </a:p>
        </p:txBody>
      </p:sp>
      <p:sp>
        <p:nvSpPr>
          <p:cNvPr id="29" name="Shape 27"/>
          <p:cNvSpPr/>
          <p:nvPr/>
        </p:nvSpPr>
        <p:spPr>
          <a:xfrm>
            <a:off x="812800" y="4832350"/>
            <a:ext cx="5194300" cy="482600"/>
          </a:xfrm>
          <a:prstGeom prst="roundRect">
            <a:avLst>
              <a:gd name="adj" fmla="val 21053"/>
            </a:avLst>
          </a:prstGeom>
          <a:solidFill>
            <a:srgbClr val="ECE8FA"/>
          </a:solidFill>
          <a:ln/>
        </p:spPr>
      </p:sp>
      <p:pic>
        <p:nvPicPr>
          <p:cNvPr id="30" name="Image 0" descr="Verified">    </p:cNvPr>
          <p:cNvPicPr>
            <a:picLocks noChangeAspect="1"/>
          </p:cNvPicPr>
          <p:nvPr/>
        </p:nvPicPr>
        <p:blipFill>
          <a:blip r:embed="rId1"/>
          <a:srcRect l="0" r="0" t="0" b="0"/>
          <a:stretch/>
        </p:blipFill>
        <p:spPr>
          <a:xfrm>
            <a:off x="990600" y="4946650"/>
            <a:ext cx="254000" cy="254000"/>
          </a:xfrm>
          <a:prstGeom prst="rect">
            <a:avLst/>
          </a:prstGeom>
        </p:spPr>
      </p:pic>
      <p:sp>
        <p:nvSpPr>
          <p:cNvPr id="31" name="Text 28"/>
          <p:cNvSpPr/>
          <p:nvPr/>
        </p:nvSpPr>
        <p:spPr>
          <a:xfrm>
            <a:off x="1346200" y="4966990"/>
            <a:ext cx="4660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自分の PR は自分で Approve できない。4 の確認が承認の代わり</a:t>
            </a:r>
            <a:endParaRPr lang="en-US" sz="1200" dirty="0"/>
          </a:p>
        </p:txBody>
      </p:sp>
      <p:sp>
        <p:nvSpPr>
          <p:cNvPr id="32" name="Shape 29"/>
          <p:cNvSpPr/>
          <p:nvPr/>
        </p:nvSpPr>
        <p:spPr>
          <a:xfrm>
            <a:off x="6165850" y="4838700"/>
            <a:ext cx="5207000" cy="469900"/>
          </a:xfrm>
          <a:prstGeom prst="roundRect">
            <a:avLst>
              <a:gd name="adj" fmla="val 20270"/>
            </a:avLst>
          </a:prstGeom>
          <a:solidFill>
            <a:srgbClr val="FFFFFF"/>
          </a:solidFill>
          <a:ln w="12700">
            <a:solidFill>
              <a:srgbClr val="D6D2E6"/>
            </a:solidFill>
            <a:prstDash val="solid"/>
          </a:ln>
        </p:spPr>
      </p:sp>
      <p:pic>
        <p:nvPicPr>
          <p:cNvPr id="33" name="Image 1" descr="Users">    </p:cNvPr>
          <p:cNvPicPr>
            <a:picLocks noChangeAspect="1"/>
          </p:cNvPicPr>
          <p:nvPr/>
        </p:nvPicPr>
        <p:blipFill>
          <a:blip r:embed="rId2"/>
          <a:srcRect l="0" r="0" t="0" b="0"/>
          <a:stretch/>
        </p:blipFill>
        <p:spPr>
          <a:xfrm>
            <a:off x="6350000" y="4946650"/>
            <a:ext cx="254000" cy="254000"/>
          </a:xfrm>
          <a:prstGeom prst="rect">
            <a:avLst/>
          </a:prstGeom>
        </p:spPr>
      </p:pic>
      <p:sp>
        <p:nvSpPr>
          <p:cNvPr id="34" name="Text 30"/>
          <p:cNvSpPr/>
          <p:nvPr/>
        </p:nvSpPr>
        <p:spPr>
          <a:xfrm>
            <a:off x="6705600" y="4966990"/>
            <a:ext cx="46175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B3A"/>
                </a:solidFill>
                <a:latin typeface="Noto Sans JP" pitchFamily="34" charset="0"/>
                <a:ea typeface="Noto Sans JP" pitchFamily="34" charset="-122"/>
                <a:cs typeface="Noto Sans JP" pitchFamily="34" charset="-120"/>
              </a:rPr>
              <a:t>仲間と進めるなら、招待して Reviewers に指定し合う</a:t>
            </a:r>
            <a:endParaRPr lang="en-US" sz="1200" dirty="0"/>
          </a:p>
        </p:txBody>
      </p:sp>
      <p:sp>
        <p:nvSpPr>
          <p:cNvPr id="35" name="Text 31"/>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36" name="Text 32"/>
          <p:cNvSpPr/>
          <p:nvPr/>
        </p:nvSpPr>
        <p:spPr>
          <a:xfrm>
            <a:off x="5492750" y="6238280"/>
            <a:ext cx="58864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docs/06-spec-requirements-pr.md・07-spec-build-tool.md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776585"/>
            <a:ext cx="802184" cy="307280"/>
          </a:xfrm>
          <a:custGeom>
            <a:avLst/>
            <a:gdLst/>
            <a:ahLst/>
            <a:cxnLst/>
            <a:rect l="l" t="t" r="r" b="b"/>
            <a:pathLst>
              <a:path w="802184" h="307280">
                <a:moveTo>
                  <a:pt x="153640" y="0"/>
                </a:moveTo>
                <a:lnTo>
                  <a:pt x="648543" y="0"/>
                </a:lnTo>
                <a:arcTo hR="153640" wR="153640" stAng="16200000" swAng="5400000"/>
                <a:lnTo>
                  <a:pt x="802184"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STEP 7</a:t>
            </a:r>
            <a:endParaRPr lang="en-US" sz="1300" dirty="0"/>
          </a:p>
        </p:txBody>
      </p:sp>
      <p:sp>
        <p:nvSpPr>
          <p:cNvPr id="3" name="Text 1"/>
          <p:cNvSpPr/>
          <p:nvPr/>
        </p:nvSpPr>
        <p:spPr>
          <a:xfrm>
            <a:off x="1716584" y="776585"/>
            <a:ext cx="590153" cy="307280"/>
          </a:xfrm>
          <a:custGeom>
            <a:avLst/>
            <a:gdLst/>
            <a:ahLst/>
            <a:cxnLst/>
            <a:rect l="l" t="t" r="r" b="b"/>
            <a:pathLst>
              <a:path w="590153" h="307280">
                <a:moveTo>
                  <a:pt x="153640" y="0"/>
                </a:moveTo>
                <a:lnTo>
                  <a:pt x="436513" y="0"/>
                </a:lnTo>
                <a:arcTo hR="153640" wR="153640" stAng="16200000" swAng="5400000"/>
                <a:lnTo>
                  <a:pt x="590153"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Kiro</a:t>
            </a:r>
            <a:endParaRPr lang="en-US" sz="1300" dirty="0"/>
          </a:p>
        </p:txBody>
      </p:sp>
      <p:sp>
        <p:nvSpPr>
          <p:cNvPr id="4" name="Text 2"/>
          <p:cNvSpPr/>
          <p:nvPr>
            <p:ph type="title"/>
          </p:nvPr>
        </p:nvSpPr>
        <p:spPr>
          <a:xfrm>
            <a:off x="2408337" y="711200"/>
            <a:ext cx="728198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タスクは1つずつ「⚡ Start task」</a:t>
            </a:r>
            <a:endParaRPr lang="en-US" sz="3000" dirty="0"/>
          </a:p>
        </p:txBody>
      </p:sp>
      <p:sp>
        <p:nvSpPr>
          <p:cNvPr id="5" name="Shape 3"/>
          <p:cNvSpPr/>
          <p:nvPr/>
        </p:nvSpPr>
        <p:spPr>
          <a:xfrm>
            <a:off x="812800" y="1352550"/>
            <a:ext cx="6604000" cy="3263702"/>
          </a:xfrm>
          <a:prstGeom prst="roundRect">
            <a:avLst>
              <a:gd name="adj" fmla="val 3113"/>
            </a:avLst>
          </a:prstGeom>
          <a:solidFill>
            <a:srgbClr val="1B1A27"/>
          </a:solidFill>
          <a:ln/>
          <a:effectLst>
            <a:outerShdw sx="100000" sy="100000" kx="0" ky="0" algn="bl" rotWithShape="0" blurRad="203200" dist="76200" dir="5400000">
              <a:srgbClr val="1E1B3A">
                <a:alpha val="25000"/>
              </a:srgbClr>
            </a:outerShdw>
          </a:effectLst>
        </p:spPr>
      </p:sp>
      <p:sp>
        <p:nvSpPr>
          <p:cNvPr id="6" name="Shape 4"/>
          <p:cNvSpPr/>
          <p:nvPr/>
        </p:nvSpPr>
        <p:spPr>
          <a:xfrm>
            <a:off x="812800" y="1352550"/>
            <a:ext cx="6604000" cy="355600"/>
          </a:xfrm>
          <a:custGeom>
            <a:avLst/>
            <a:gdLst/>
            <a:ahLst/>
            <a:cxnLst/>
            <a:rect l="l" t="t" r="r" b="b"/>
            <a:pathLst>
              <a:path w="6604000" h="355600">
                <a:moveTo>
                  <a:pt x="0" y="101600"/>
                </a:moveTo>
                <a:arcTo hR="101600" wR="101600" stAng="10800000" swAng="5400000"/>
                <a:lnTo>
                  <a:pt x="6502400" y="0"/>
                </a:lnTo>
                <a:arcTo hR="101600" wR="101600" stAng="16200000" swAng="5400000"/>
                <a:lnTo>
                  <a:pt x="6604000" y="355600"/>
                </a:lnTo>
                <a:lnTo>
                  <a:pt x="0" y="355600"/>
                </a:lnTo>
                <a:close/>
              </a:path>
            </a:pathLst>
          </a:custGeom>
          <a:solidFill>
            <a:srgbClr val="12111B"/>
          </a:solidFill>
          <a:ln/>
        </p:spPr>
      </p:sp>
      <p:sp>
        <p:nvSpPr>
          <p:cNvPr id="7" name="Text 5"/>
          <p:cNvSpPr/>
          <p:nvPr/>
        </p:nvSpPr>
        <p:spPr>
          <a:xfrm>
            <a:off x="927100" y="1428750"/>
            <a:ext cx="436364" cy="203200"/>
          </a:xfrm>
          <a:custGeom>
            <a:avLst/>
            <a:gdLst/>
            <a:ahLst/>
            <a:cxnLst/>
            <a:rect l="l" t="t" r="r" b="b"/>
            <a:pathLst>
              <a:path w="436364" h="203200">
                <a:moveTo>
                  <a:pt x="101600" y="0"/>
                </a:moveTo>
                <a:lnTo>
                  <a:pt x="334764" y="0"/>
                </a:lnTo>
                <a:arcTo hR="101600" wR="101600" stAng="16200000" swAng="5400000"/>
                <a:lnTo>
                  <a:pt x="436364" y="101600"/>
                </a:lnTo>
                <a:arcTo hR="101600" wR="101600" stAng="0" swAng="5400000"/>
                <a:lnTo>
                  <a:pt x="101600" y="203200"/>
                </a:lnTo>
                <a:arcTo hR="101600" wR="101600" stAng="5400000" swAng="5400000"/>
                <a:lnTo>
                  <a:pt x="0" y="101600"/>
                </a:lnTo>
                <a:arcTo hR="101600" wR="101600" stAng="10800000" swAng="5400000"/>
                <a:close/>
              </a:path>
            </a:pathLst>
          </a:custGeom>
          <a:solidFill>
            <a:srgbClr val="6A4BE0"/>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Noto Sans JP" pitchFamily="34" charset="0"/>
                <a:ea typeface="Noto Sans JP" pitchFamily="34" charset="-122"/>
                <a:cs typeface="Noto Sans JP" pitchFamily="34" charset="-120"/>
              </a:rPr>
              <a:t>Kiro</a:t>
            </a:r>
            <a:endParaRPr lang="en-US" sz="1000" dirty="0"/>
          </a:p>
        </p:txBody>
      </p:sp>
      <p:sp>
        <p:nvSpPr>
          <p:cNvPr id="8" name="Text 6"/>
          <p:cNvSpPr/>
          <p:nvPr/>
        </p:nvSpPr>
        <p:spPr>
          <a:xfrm>
            <a:off x="1351404" y="1432520"/>
            <a:ext cx="5188456"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tasks.md — kiro-handson-practice — Kiro</a:t>
            </a:r>
            <a:endParaRPr lang="en-US" sz="1100" dirty="0"/>
          </a:p>
        </p:txBody>
      </p:sp>
      <p:sp>
        <p:nvSpPr>
          <p:cNvPr id="9" name="Text 7"/>
          <p:cNvSpPr/>
          <p:nvPr/>
        </p:nvSpPr>
        <p:spPr>
          <a:xfrm>
            <a:off x="6604000" y="1432520"/>
            <a:ext cx="749300"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　□　×</a:t>
            </a:r>
            <a:endParaRPr lang="en-US" sz="1100" dirty="0"/>
          </a:p>
        </p:txBody>
      </p:sp>
      <p:sp>
        <p:nvSpPr>
          <p:cNvPr id="10" name="Shape 8"/>
          <p:cNvSpPr/>
          <p:nvPr/>
        </p:nvSpPr>
        <p:spPr>
          <a:xfrm>
            <a:off x="812800" y="1708150"/>
            <a:ext cx="6604000" cy="309860"/>
          </a:xfrm>
          <a:prstGeom prst="rect">
            <a:avLst/>
          </a:prstGeom>
          <a:solidFill>
            <a:srgbClr val="15141F"/>
          </a:solidFill>
          <a:ln/>
        </p:spPr>
      </p:sp>
      <p:sp>
        <p:nvSpPr>
          <p:cNvPr id="11" name="Text 9"/>
          <p:cNvSpPr/>
          <p:nvPr/>
        </p:nvSpPr>
        <p:spPr>
          <a:xfrm>
            <a:off x="812800" y="1708150"/>
            <a:ext cx="844352" cy="309860"/>
          </a:xfrm>
          <a:prstGeom prst="rect">
            <a:avLst/>
          </a:prstGeom>
          <a:solidFill>
            <a:srgbClr val="1B1A27"/>
          </a:solidFill>
          <a:ln/>
        </p:spPr>
        <p:txBody>
          <a:bodyPr wrap="none" lIns="0" tIns="12700" rIns="0" bIns="0" rtlCol="0" anchor="ctr">
            <a:normAutofit/>
          </a:bodyPr>
          <a:lstStyle/>
          <a:p>
            <a:pPr algn="ctr" indent="0" marL="0">
              <a:lnSpc>
                <a:spcPts val="1540"/>
              </a:lnSpc>
              <a:buNone/>
            </a:pPr>
            <a:r>
              <a:rPr lang="en-US" sz="1100" dirty="0">
                <a:solidFill>
                  <a:srgbClr val="F7F6FB"/>
                </a:solidFill>
                <a:latin typeface="Noto Sans JP" pitchFamily="34" charset="0"/>
                <a:ea typeface="Noto Sans JP" pitchFamily="34" charset="-122"/>
                <a:cs typeface="Noto Sans JP" pitchFamily="34" charset="-120"/>
              </a:rPr>
              <a:t>tasks.md</a:t>
            </a:r>
            <a:endParaRPr lang="en-US" sz="1100" dirty="0"/>
          </a:p>
        </p:txBody>
      </p:sp>
      <p:sp>
        <p:nvSpPr>
          <p:cNvPr id="12" name="Shape 10"/>
          <p:cNvSpPr/>
          <p:nvPr/>
        </p:nvSpPr>
        <p:spPr>
          <a:xfrm>
            <a:off x="812800" y="1714500"/>
            <a:ext cx="844352" cy="0"/>
          </a:xfrm>
          <a:prstGeom prst="line">
            <a:avLst/>
          </a:prstGeom>
          <a:noFill/>
          <a:ln w="12700">
            <a:solidFill>
              <a:srgbClr val="8468EE"/>
            </a:solidFill>
            <a:prstDash val="solid"/>
          </a:ln>
        </p:spPr>
      </p:sp>
      <p:sp>
        <p:nvSpPr>
          <p:cNvPr id="13" name="Shape 11"/>
          <p:cNvSpPr/>
          <p:nvPr/>
        </p:nvSpPr>
        <p:spPr>
          <a:xfrm>
            <a:off x="812800" y="2018010"/>
            <a:ext cx="6604000" cy="406400"/>
          </a:xfrm>
          <a:prstGeom prst="rect">
            <a:avLst/>
          </a:prstGeom>
          <a:solidFill>
            <a:srgbClr val="201E2E"/>
          </a:solidFill>
          <a:ln/>
        </p:spPr>
      </p:sp>
      <p:sp>
        <p:nvSpPr>
          <p:cNvPr id="14" name="Text 12"/>
          <p:cNvSpPr/>
          <p:nvPr/>
        </p:nvSpPr>
        <p:spPr>
          <a:xfrm>
            <a:off x="965200" y="2123380"/>
            <a:ext cx="4966488"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1 Requirements › 2 Design › </a:t>
            </a:r>
            <a:r>
              <a:rPr lang="en-US" sz="1100" b="1" dirty="0">
                <a:solidFill>
                  <a:srgbClr val="F7F6FB"/>
                </a:solidFill>
                <a:latin typeface="Noto Sans JP" pitchFamily="34" charset="0"/>
                <a:ea typeface="Noto Sans JP" pitchFamily="34" charset="-122"/>
                <a:cs typeface="Noto Sans JP" pitchFamily="34" charset="-120"/>
              </a:rPr>
              <a:t>3 Task list</a:t>
            </a:r>
            <a:endParaRPr lang="en-US" sz="1100" dirty="0"/>
          </a:p>
        </p:txBody>
      </p:sp>
      <p:sp>
        <p:nvSpPr>
          <p:cNvPr id="15" name="Text 13"/>
          <p:cNvSpPr/>
          <p:nvPr/>
        </p:nvSpPr>
        <p:spPr>
          <a:xfrm>
            <a:off x="5863233" y="2097980"/>
            <a:ext cx="1070967" cy="246360"/>
          </a:xfrm>
          <a:prstGeom prst="roundRect">
            <a:avLst>
              <a:gd name="adj" fmla="val 20620"/>
            </a:avLst>
          </a:prstGeom>
          <a:solidFill>
            <a:srgbClr val="6A4BE0"/>
          </a:solidFill>
          <a:ln/>
        </p:spPr>
        <p:txBody>
          <a:bodyPr wrap="none" lIns="0" tIns="0" rIns="0" bIns="0" rtlCol="0" anchor="ctr">
            <a:normAutofit/>
          </a:bodyPr>
          <a:lstStyle/>
          <a:p>
            <a:pPr algn="ctr" indent="0" marL="0">
              <a:lnSpc>
                <a:spcPts val="1540"/>
              </a:lnSpc>
              <a:buNone/>
            </a:pPr>
            <a:r>
              <a:rPr lang="en-US" sz="1100" b="1" dirty="0">
                <a:solidFill>
                  <a:srgbClr val="F7F6FB"/>
                </a:solidFill>
                <a:latin typeface="Noto Sans JP" pitchFamily="34" charset="0"/>
                <a:ea typeface="Noto Sans JP" pitchFamily="34" charset="-122"/>
                <a:cs typeface="Noto Sans JP" pitchFamily="34" charset="-120"/>
              </a:rPr>
              <a:t>Run all tasks</a:t>
            </a:r>
            <a:endParaRPr lang="en-US" sz="1100" dirty="0"/>
          </a:p>
        </p:txBody>
      </p:sp>
      <p:sp>
        <p:nvSpPr>
          <p:cNvPr id="16" name="Text 14"/>
          <p:cNvSpPr/>
          <p:nvPr/>
        </p:nvSpPr>
        <p:spPr>
          <a:xfrm>
            <a:off x="7010400" y="209421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4531A"/>
          </a:solidFill>
          <a:ln/>
        </p:spPr>
        <p:txBody>
          <a:bodyPr wrap="square" lIns="0" tIns="0" rIns="0" bIns="0" rtlCol="0" anchor="t">
            <a:normAutofit/>
          </a:bodyPr>
          <a:lstStyle/>
          <a:p>
            <a:pPr algn="ctr" indent="0" marL="0">
              <a:lnSpc>
                <a:spcPts val="2004"/>
              </a:lnSpc>
              <a:buNone/>
            </a:pPr>
            <a:r>
              <a:rPr lang="en-US" sz="1200" b="1" dirty="0">
                <a:solidFill>
                  <a:srgbClr val="F7F6FB"/>
                </a:solidFill>
                <a:latin typeface="Noto Sans JP" pitchFamily="34" charset="0"/>
                <a:ea typeface="Noto Sans JP" pitchFamily="34" charset="-122"/>
                <a:cs typeface="Noto Sans JP" pitchFamily="34" charset="-120"/>
              </a:rPr>
              <a:t>×</a:t>
            </a:r>
            <a:endParaRPr lang="en-US" sz="1200" dirty="0"/>
          </a:p>
        </p:txBody>
      </p:sp>
      <p:sp>
        <p:nvSpPr>
          <p:cNvPr id="17" name="Text 15"/>
          <p:cNvSpPr/>
          <p:nvPr/>
        </p:nvSpPr>
        <p:spPr>
          <a:xfrm>
            <a:off x="1016000" y="2551410"/>
            <a:ext cx="638352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7F6FB"/>
                </a:solidFill>
                <a:latin typeface="JetBrains Mono" pitchFamily="49" charset="0"/>
                <a:ea typeface="JetBrains Mono" pitchFamily="49" charset="-122"/>
                <a:cs typeface="JetBrains Mono" pitchFamily="49" charset="-120"/>
              </a:rPr>
              <a:t># Implementation Plan</a:t>
            </a:r>
            <a:endParaRPr lang="en-US" sz="1300" dirty="0"/>
          </a:p>
        </p:txBody>
      </p:sp>
      <p:sp>
        <p:nvSpPr>
          <p:cNvPr id="18" name="Text 16"/>
          <p:cNvSpPr/>
          <p:nvPr/>
        </p:nvSpPr>
        <p:spPr>
          <a:xfrm>
            <a:off x="1022350" y="2903141"/>
            <a:ext cx="901700" cy="190500"/>
          </a:xfrm>
          <a:prstGeom prst="roundRect">
            <a:avLst>
              <a:gd name="adj" fmla="val 16667"/>
            </a:avLst>
          </a:prstGeom>
          <a:noFill/>
          <a:ln w="12700">
            <a:solidFill>
              <a:srgbClr val="FFB27A"/>
            </a:solidFill>
            <a:prstDash val="solid"/>
          </a:ln>
        </p:spPr>
        <p:txBody>
          <a:bodyPr wrap="none" lIns="0" tIns="0" rIns="0" bIns="0" rtlCol="0" anchor="ctr">
            <a:normAutofit/>
          </a:bodyPr>
          <a:lstStyle/>
          <a:p>
            <a:pPr algn="ctr" indent="0" marL="0">
              <a:lnSpc>
                <a:spcPts val="1400"/>
              </a:lnSpc>
              <a:buNone/>
            </a:pPr>
            <a:r>
              <a:rPr lang="en-US" sz="1000" dirty="0">
                <a:solidFill>
                  <a:srgbClr val="F7F6FB"/>
                </a:solidFill>
                <a:latin typeface="Noto Sans JP" pitchFamily="34" charset="0"/>
                <a:ea typeface="Noto Sans JP" pitchFamily="34" charset="-122"/>
                <a:cs typeface="Noto Sans JP" pitchFamily="34" charset="-120"/>
              </a:rPr>
              <a:t>⚡ Start task</a:t>
            </a:r>
            <a:endParaRPr lang="en-US" sz="1000" dirty="0"/>
          </a:p>
        </p:txBody>
      </p:sp>
      <p:sp>
        <p:nvSpPr>
          <p:cNvPr id="19" name="Text 17"/>
          <p:cNvSpPr/>
          <p:nvPr/>
        </p:nvSpPr>
        <p:spPr>
          <a:xfrm>
            <a:off x="1993900" y="287139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1</a:t>
            </a:r>
            <a:endParaRPr lang="en-US" sz="1200" dirty="0"/>
          </a:p>
        </p:txBody>
      </p:sp>
      <p:sp>
        <p:nvSpPr>
          <p:cNvPr id="20" name="Text 18"/>
          <p:cNvSpPr/>
          <p:nvPr/>
        </p:nvSpPr>
        <p:spPr>
          <a:xfrm>
            <a:off x="1016000" y="3163491"/>
            <a:ext cx="63835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4F0"/>
                </a:solidFill>
                <a:latin typeface="JetBrains Mono" pitchFamily="49" charset="0"/>
                <a:ea typeface="JetBrains Mono" pitchFamily="49" charset="-122"/>
                <a:cs typeface="JetBrains Mono" pitchFamily="49" charset="-120"/>
              </a:rPr>
              <a:t>- [ ] 1. HTML ファイルの土台を作る</a:t>
            </a:r>
            <a:endParaRPr lang="en-US" sz="1200" dirty="0"/>
          </a:p>
        </p:txBody>
      </p:sp>
      <p:sp>
        <p:nvSpPr>
          <p:cNvPr id="21" name="Text 19"/>
          <p:cNvSpPr/>
          <p:nvPr/>
        </p:nvSpPr>
        <p:spPr>
          <a:xfrm>
            <a:off x="1092200" y="3478411"/>
            <a:ext cx="6226556"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8A86A0"/>
                </a:solidFill>
                <a:latin typeface="Noto Sans JP" pitchFamily="34" charset="0"/>
                <a:ea typeface="Noto Sans JP" pitchFamily="34" charset="-122"/>
                <a:cs typeface="Noto Sans JP" pitchFamily="34" charset="-120"/>
              </a:rPr>
              <a:t>⚡ Start task</a:t>
            </a:r>
            <a:endParaRPr lang="en-US" sz="1000" dirty="0"/>
          </a:p>
        </p:txBody>
      </p:sp>
      <p:sp>
        <p:nvSpPr>
          <p:cNvPr id="22" name="Text 20"/>
          <p:cNvSpPr/>
          <p:nvPr/>
        </p:nvSpPr>
        <p:spPr>
          <a:xfrm>
            <a:off x="1016000" y="3694311"/>
            <a:ext cx="63835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4F0"/>
                </a:solidFill>
                <a:latin typeface="JetBrains Mono" pitchFamily="49" charset="0"/>
                <a:ea typeface="JetBrains Mono" pitchFamily="49" charset="-122"/>
                <a:cs typeface="JetBrains Mono" pitchFamily="49" charset="-120"/>
              </a:rPr>
              <a:t>- [ ] 2. CSV を読み込んで表に表示する</a:t>
            </a:r>
            <a:endParaRPr lang="en-US" sz="1200" dirty="0"/>
          </a:p>
        </p:txBody>
      </p:sp>
      <p:sp>
        <p:nvSpPr>
          <p:cNvPr id="23" name="Text 21"/>
          <p:cNvSpPr/>
          <p:nvPr/>
        </p:nvSpPr>
        <p:spPr>
          <a:xfrm>
            <a:off x="1092200" y="4009231"/>
            <a:ext cx="6226556"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8A86A0"/>
                </a:solidFill>
                <a:latin typeface="Noto Sans JP" pitchFamily="34" charset="0"/>
                <a:ea typeface="Noto Sans JP" pitchFamily="34" charset="-122"/>
                <a:cs typeface="Noto Sans JP" pitchFamily="34" charset="-120"/>
              </a:rPr>
              <a:t>⚡ Start task</a:t>
            </a:r>
            <a:endParaRPr lang="en-US" sz="1000" dirty="0"/>
          </a:p>
        </p:txBody>
      </p:sp>
      <p:sp>
        <p:nvSpPr>
          <p:cNvPr id="24" name="Text 22"/>
          <p:cNvSpPr/>
          <p:nvPr/>
        </p:nvSpPr>
        <p:spPr>
          <a:xfrm>
            <a:off x="1016000" y="4225131"/>
            <a:ext cx="63835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4F0"/>
                </a:solidFill>
                <a:latin typeface="JetBrains Mono" pitchFamily="49" charset="0"/>
                <a:ea typeface="JetBrains Mono" pitchFamily="49" charset="-122"/>
                <a:cs typeface="JetBrains Mono" pitchFamily="49" charset="-120"/>
              </a:rPr>
              <a:t>- [ ] 3. 期限切れを色で示す</a:t>
            </a:r>
            <a:endParaRPr lang="en-US" sz="1200" dirty="0"/>
          </a:p>
        </p:txBody>
      </p:sp>
      <p:sp>
        <p:nvSpPr>
          <p:cNvPr id="25" name="Text 23"/>
          <p:cNvSpPr/>
          <p:nvPr/>
        </p:nvSpPr>
        <p:spPr>
          <a:xfrm>
            <a:off x="7670800" y="135255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1</a:t>
            </a:r>
            <a:endParaRPr lang="en-US" sz="1200" dirty="0"/>
          </a:p>
        </p:txBody>
      </p:sp>
      <p:sp>
        <p:nvSpPr>
          <p:cNvPr id="26" name="Text 24"/>
          <p:cNvSpPr/>
          <p:nvPr/>
        </p:nvSpPr>
        <p:spPr>
          <a:xfrm>
            <a:off x="8013700" y="1352550"/>
            <a:ext cx="346646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B3A"/>
                </a:solidFill>
                <a:latin typeface="Noto Sans JP" pitchFamily="34" charset="0"/>
                <a:ea typeface="Noto Sans JP" pitchFamily="34" charset="-122"/>
                <a:cs typeface="Noto Sans JP" pitchFamily="34" charset="-120"/>
              </a:rPr>
              <a:t>タスクのすぐ上の小さな文字を押す</a:t>
            </a:r>
            <a:endParaRPr lang="en-US" sz="1400" dirty="0"/>
          </a:p>
        </p:txBody>
      </p:sp>
      <p:sp>
        <p:nvSpPr>
          <p:cNvPr id="27" name="Text 25"/>
          <p:cNvSpPr/>
          <p:nvPr/>
        </p:nvSpPr>
        <p:spPr>
          <a:xfrm>
            <a:off x="8013700" y="1652191"/>
            <a:ext cx="34664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終わったら結果を見て、次のタスクへ</a:t>
            </a:r>
            <a:endParaRPr lang="en-US" sz="1200" dirty="0"/>
          </a:p>
        </p:txBody>
      </p:sp>
      <p:sp>
        <p:nvSpPr>
          <p:cNvPr id="28" name="Text 26"/>
          <p:cNvSpPr/>
          <p:nvPr/>
        </p:nvSpPr>
        <p:spPr>
          <a:xfrm>
            <a:off x="7670800" y="2017911"/>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B4531A"/>
          </a:solidFill>
          <a:ln/>
        </p:spPr>
        <p:txBody>
          <a:bodyPr wrap="square" lIns="0" tIns="0" rIns="0" bIns="0" rtlCol="0" anchor="t">
            <a:normAutofit/>
          </a:bodyPr>
          <a:lstStyle/>
          <a:p>
            <a:pPr algn="ctr" indent="0" marL="0">
              <a:lnSpc>
                <a:spcPts val="2004"/>
              </a:lnSpc>
              <a:buNone/>
            </a:pPr>
            <a:r>
              <a:rPr lang="en-US" sz="1200" b="1" dirty="0">
                <a:solidFill>
                  <a:srgbClr val="F7F6FB"/>
                </a:solidFill>
                <a:latin typeface="Noto Sans JP" pitchFamily="34" charset="0"/>
                <a:ea typeface="Noto Sans JP" pitchFamily="34" charset="-122"/>
                <a:cs typeface="Noto Sans JP" pitchFamily="34" charset="-120"/>
              </a:rPr>
              <a:t>×</a:t>
            </a:r>
            <a:endParaRPr lang="en-US" sz="1200" dirty="0"/>
          </a:p>
        </p:txBody>
      </p:sp>
      <p:sp>
        <p:nvSpPr>
          <p:cNvPr id="29" name="Text 27"/>
          <p:cNvSpPr/>
          <p:nvPr/>
        </p:nvSpPr>
        <p:spPr>
          <a:xfrm>
            <a:off x="8013700" y="2017911"/>
            <a:ext cx="346646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B3A"/>
                </a:solidFill>
                <a:latin typeface="Noto Sans JP" pitchFamily="34" charset="0"/>
                <a:ea typeface="Noto Sans JP" pitchFamily="34" charset="-122"/>
                <a:cs typeface="Noto Sans JP" pitchFamily="34" charset="-120"/>
              </a:rPr>
              <a:t>紫の Run all tasks は押さない</a:t>
            </a:r>
            <a:endParaRPr lang="en-US" sz="1400" dirty="0"/>
          </a:p>
        </p:txBody>
      </p:sp>
      <p:sp>
        <p:nvSpPr>
          <p:cNvPr id="30" name="Text 28"/>
          <p:cNvSpPr/>
          <p:nvPr/>
        </p:nvSpPr>
        <p:spPr>
          <a:xfrm>
            <a:off x="8013700" y="2317552"/>
            <a:ext cx="346646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一気に進めると、</a:t>
            </a:r>
            <a:endParaRPr lang="en-US" sz="1200" dirty="0"/>
          </a:p>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どこでおかしくなったか分からない</a:t>
            </a:r>
            <a:endParaRPr lang="en-US" sz="1200" dirty="0"/>
          </a:p>
        </p:txBody>
      </p:sp>
      <p:pic>
        <p:nvPicPr>
          <p:cNvPr id="31" name="Image 0" descr="CheckCircle">    </p:cNvPr>
          <p:cNvPicPr>
            <a:picLocks noChangeAspect="1"/>
          </p:cNvPicPr>
          <p:nvPr/>
        </p:nvPicPr>
        <p:blipFill>
          <a:blip r:embed="rId1"/>
          <a:srcRect l="0" r="0" t="0" b="0"/>
          <a:stretch/>
        </p:blipFill>
        <p:spPr>
          <a:xfrm>
            <a:off x="7670800" y="2896592"/>
            <a:ext cx="254000" cy="254000"/>
          </a:xfrm>
          <a:prstGeom prst="rect">
            <a:avLst/>
          </a:prstGeom>
        </p:spPr>
      </p:pic>
      <p:sp>
        <p:nvSpPr>
          <p:cNvPr id="32" name="Text 29"/>
          <p:cNvSpPr/>
          <p:nvPr/>
        </p:nvSpPr>
        <p:spPr>
          <a:xfrm>
            <a:off x="8013700" y="2908002"/>
            <a:ext cx="346646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1B3A"/>
                </a:solidFill>
                <a:latin typeface="Noto Sans JP" pitchFamily="34" charset="0"/>
                <a:ea typeface="Noto Sans JP" pitchFamily="34" charset="-122"/>
                <a:cs typeface="Noto Sans JP" pitchFamily="34" charset="-120"/>
              </a:rPr>
              <a:t>書き込み先が participants/taro/ か確認</a:t>
            </a:r>
            <a:endParaRPr lang="en-US" sz="1300" dirty="0"/>
          </a:p>
        </p:txBody>
      </p:sp>
      <p:pic>
        <p:nvPicPr>
          <p:cNvPr id="33" name="Image 1" descr="Globe">    </p:cNvPr>
          <p:cNvPicPr>
            <a:picLocks noChangeAspect="1"/>
          </p:cNvPicPr>
          <p:nvPr/>
        </p:nvPicPr>
        <p:blipFill>
          <a:blip r:embed="rId2"/>
          <a:srcRect l="0" r="0" t="0" b="0"/>
          <a:stretch/>
        </p:blipFill>
        <p:spPr>
          <a:xfrm>
            <a:off x="7670800" y="3407073"/>
            <a:ext cx="254000" cy="254000"/>
          </a:xfrm>
          <a:prstGeom prst="rect">
            <a:avLst/>
          </a:prstGeom>
        </p:spPr>
      </p:pic>
      <p:sp>
        <p:nvSpPr>
          <p:cNvPr id="34" name="Text 30"/>
          <p:cNvSpPr/>
          <p:nvPr/>
        </p:nvSpPr>
        <p:spPr>
          <a:xfrm>
            <a:off x="8013700" y="3302992"/>
            <a:ext cx="346646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1B3A"/>
                </a:solidFill>
                <a:latin typeface="Noto Sans JP" pitchFamily="34" charset="0"/>
                <a:ea typeface="Noto Sans JP" pitchFamily="34" charset="-122"/>
                <a:cs typeface="Noto Sans JP" pitchFamily="34" charset="-120"/>
              </a:rPr>
              <a:t>HTML をブラウザで開き、</a:t>
            </a:r>
            <a:endParaRPr lang="en-US" sz="1300" dirty="0"/>
          </a:p>
          <a:p>
            <a:pPr algn="l" indent="0" marL="0">
              <a:lnSpc>
                <a:spcPts val="1820"/>
              </a:lnSpc>
              <a:buNone/>
            </a:pPr>
            <a:r>
              <a:rPr lang="en-US" sz="1300" dirty="0">
                <a:solidFill>
                  <a:srgbClr val="1E1B3A"/>
                </a:solidFill>
                <a:latin typeface="Noto Sans JP" pitchFamily="34" charset="0"/>
                <a:ea typeface="Noto Sans JP" pitchFamily="34" charset="-122"/>
                <a:cs typeface="Noto Sans JP" pitchFamily="34" charset="-120"/>
              </a:rPr>
              <a:t>サンプル CSV で確かめる</a:t>
            </a:r>
            <a:endParaRPr lang="en-US" sz="1300" dirty="0"/>
          </a:p>
        </p:txBody>
      </p:sp>
      <p:sp>
        <p:nvSpPr>
          <p:cNvPr id="35" name="Text 31"/>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36" name="Text 32"/>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docs/07-spec-build-tool.md</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776585"/>
            <a:ext cx="802184" cy="307280"/>
          </a:xfrm>
          <a:custGeom>
            <a:avLst/>
            <a:gdLst/>
            <a:ahLst/>
            <a:cxnLst/>
            <a:rect l="l" t="t" r="r" b="b"/>
            <a:pathLst>
              <a:path w="802184" h="307280">
                <a:moveTo>
                  <a:pt x="153640" y="0"/>
                </a:moveTo>
                <a:lnTo>
                  <a:pt x="648543" y="0"/>
                </a:lnTo>
                <a:arcTo hR="153640" wR="153640" stAng="16200000" swAng="5400000"/>
                <a:lnTo>
                  <a:pt x="802184" y="153640"/>
                </a:lnTo>
                <a:arcTo hR="153640" wR="153640" stAng="0" swAng="5400000"/>
                <a:lnTo>
                  <a:pt x="153640" y="307280"/>
                </a:lnTo>
                <a:arcTo hR="153640" wR="153640" stAng="5400000" swAng="5400000"/>
                <a:lnTo>
                  <a:pt x="0" y="153640"/>
                </a:lnTo>
                <a:arcTo hR="153640" wR="153640" stAng="10800000" swAng="5400000"/>
                <a:close/>
              </a:path>
            </a:pathLst>
          </a:cu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STEP 8</a:t>
            </a:r>
            <a:endParaRPr lang="en-US" sz="1300" dirty="0"/>
          </a:p>
        </p:txBody>
      </p:sp>
      <p:sp>
        <p:nvSpPr>
          <p:cNvPr id="3" name="Text 1"/>
          <p:cNvSpPr/>
          <p:nvPr>
            <p:ph type="title"/>
          </p:nvPr>
        </p:nvSpPr>
        <p:spPr>
          <a:xfrm>
            <a:off x="1716584" y="711200"/>
            <a:ext cx="7306151"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モブ演習：その場で要件を決めきる</a:t>
            </a:r>
            <a:endParaRPr lang="en-US" sz="3000" dirty="0"/>
          </a:p>
        </p:txBody>
      </p:sp>
      <p:sp>
        <p:nvSpPr>
          <p:cNvPr id="4" name="Shape 2"/>
          <p:cNvSpPr/>
          <p:nvPr/>
        </p:nvSpPr>
        <p:spPr>
          <a:xfrm>
            <a:off x="812800" y="1377950"/>
            <a:ext cx="10566400" cy="685800"/>
          </a:xfrm>
          <a:prstGeom prst="roundRect">
            <a:avLst>
              <a:gd name="adj" fmla="val 14815"/>
            </a:avLst>
          </a:prstGeom>
          <a:solidFill>
            <a:srgbClr val="1E1B3A"/>
          </a:solidFill>
          <a:ln/>
        </p:spPr>
      </p:sp>
      <p:sp>
        <p:nvSpPr>
          <p:cNvPr id="5" name="Text 3"/>
          <p:cNvSpPr/>
          <p:nvPr/>
        </p:nvSpPr>
        <p:spPr>
          <a:xfrm>
            <a:off x="990600" y="1579860"/>
            <a:ext cx="1193800" cy="281880"/>
          </a:xfrm>
          <a:prstGeom prst="roundRect">
            <a:avLst>
              <a:gd name="adj" fmla="val 18022"/>
            </a:avLst>
          </a:prstGeom>
          <a:solidFill>
            <a:srgbClr val="B9A8FF"/>
          </a:solidFill>
          <a:ln/>
        </p:spPr>
        <p:txBody>
          <a:bodyPr wrap="none" lIns="0" tIns="0" rIns="0" bIns="0" rtlCol="0" anchor="ctr">
            <a:normAutofit/>
          </a:bodyPr>
          <a:lstStyle/>
          <a:p>
            <a:pPr algn="ctr" indent="0" marL="0">
              <a:lnSpc>
                <a:spcPts val="1820"/>
              </a:lnSpc>
              <a:buNone/>
            </a:pPr>
            <a:r>
              <a:rPr lang="en-US" sz="1300" b="1" dirty="0">
                <a:solidFill>
                  <a:srgbClr val="1E1B3A"/>
                </a:solidFill>
                <a:latin typeface="Noto Sans JP" pitchFamily="34" charset="0"/>
                <a:ea typeface="Noto Sans JP" pitchFamily="34" charset="-122"/>
                <a:cs typeface="Noto Sans JP" pitchFamily="34" charset="-120"/>
              </a:rPr>
              <a:t>モブ演習とは</a:t>
            </a:r>
            <a:endParaRPr lang="en-US" sz="1300" dirty="0"/>
          </a:p>
        </p:txBody>
      </p:sp>
      <p:sp>
        <p:nvSpPr>
          <p:cNvPr id="6" name="Text 4"/>
          <p:cNvSpPr/>
          <p:nvPr/>
        </p:nvSpPr>
        <p:spPr>
          <a:xfrm>
            <a:off x="2311400" y="1492250"/>
            <a:ext cx="915670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7F6FB"/>
                </a:solidFill>
                <a:latin typeface="Noto Sans JP" pitchFamily="34" charset="0"/>
                <a:ea typeface="Noto Sans JP" pitchFamily="34" charset="-122"/>
                <a:cs typeface="Noto Sans JP" pitchFamily="34" charset="-120"/>
              </a:rPr>
              <a:t>関係者が1つの画面を囲み、その場で要件を詰める進め方。</a:t>
            </a:r>
            <a:endParaRPr lang="en-US" sz="1200" dirty="0"/>
          </a:p>
          <a:p>
            <a:pPr algn="l" indent="0" marL="0">
              <a:lnSpc>
                <a:spcPts val="1800"/>
              </a:lnSpc>
              <a:buNone/>
            </a:pPr>
            <a:r>
              <a:rPr lang="en-US" sz="1200" dirty="0">
                <a:solidFill>
                  <a:srgbClr val="F7F6FB"/>
                </a:solidFill>
                <a:latin typeface="Noto Sans JP" pitchFamily="34" charset="0"/>
                <a:ea typeface="Noto Sans JP" pitchFamily="34" charset="-122"/>
                <a:cs typeface="Noto Sans JP" pitchFamily="34" charset="-120"/>
              </a:rPr>
              <a:t>ひとりのときは Kiro のチャットを2つ（セッション A・B）開き、AI に役を分けて担当させる</a:t>
            </a:r>
            <a:endParaRPr lang="en-US" sz="1200" dirty="0"/>
          </a:p>
        </p:txBody>
      </p:sp>
      <p:sp>
        <p:nvSpPr>
          <p:cNvPr id="7" name="Shape 5"/>
          <p:cNvSpPr/>
          <p:nvPr/>
        </p:nvSpPr>
        <p:spPr>
          <a:xfrm>
            <a:off x="812800" y="2701230"/>
            <a:ext cx="3962400" cy="1432421"/>
          </a:xfrm>
          <a:prstGeom prst="roundRect">
            <a:avLst>
              <a:gd name="adj" fmla="val 8866"/>
            </a:avLst>
          </a:prstGeom>
          <a:solidFill>
            <a:srgbClr val="FFFFFF"/>
          </a:solidFill>
          <a:ln/>
        </p:spPr>
      </p:sp>
      <p:sp>
        <p:nvSpPr>
          <p:cNvPr id="8" name="Shape 6"/>
          <p:cNvSpPr/>
          <p:nvPr/>
        </p:nvSpPr>
        <p:spPr>
          <a:xfrm>
            <a:off x="812800" y="2701230"/>
            <a:ext cx="3962400" cy="1432421"/>
          </a:xfrm>
          <a:custGeom>
            <a:avLst/>
            <a:gdLst/>
            <a:ahLst/>
            <a:cxnLst/>
            <a:rect l="l" t="t" r="r" b="b"/>
            <a:pathLst>
              <a:path w="3962400" h="1432421">
                <a:moveTo>
                  <a:pt x="0" y="127000"/>
                </a:moveTo>
                <a:lnTo>
                  <a:pt x="0" y="127000"/>
                </a:lnTo>
                <a:arcTo hR="127000" wR="127000" stAng="10800000" swAng="5400000"/>
                <a:lnTo>
                  <a:pt x="3835400" y="0"/>
                </a:lnTo>
                <a:arcTo hR="127000" wR="127000" stAng="16200000" swAng="5400000"/>
                <a:lnTo>
                  <a:pt x="3962400" y="127000"/>
                </a:lnTo>
                <a:arcTo hR="76200" wR="127000" stAng="0" swAng="-5400000"/>
                <a:lnTo>
                  <a:pt x="127000" y="50800"/>
                </a:lnTo>
                <a:arcTo hR="76200" wR="127000" stAng="16200000" swAng="-5400000"/>
                <a:close/>
              </a:path>
            </a:pathLst>
          </a:custGeom>
          <a:solidFill>
            <a:srgbClr val="6A4BE0"/>
          </a:solidFill>
          <a:ln/>
        </p:spPr>
      </p:sp>
      <p:sp>
        <p:nvSpPr>
          <p:cNvPr id="9" name="Text 7"/>
          <p:cNvSpPr/>
          <p:nvPr/>
        </p:nvSpPr>
        <p:spPr>
          <a:xfrm>
            <a:off x="1041400" y="2980630"/>
            <a:ext cx="361035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A4BE0"/>
                </a:solidFill>
                <a:latin typeface="Noto Sans JP" pitchFamily="34" charset="0"/>
                <a:ea typeface="Noto Sans JP" pitchFamily="34" charset="-122"/>
                <a:cs typeface="Noto Sans JP" pitchFamily="34" charset="-120"/>
              </a:rPr>
              <a:t>セッション A</a:t>
            </a:r>
            <a:endParaRPr lang="en-US" sz="1300" dirty="0"/>
          </a:p>
        </p:txBody>
      </p:sp>
      <p:sp>
        <p:nvSpPr>
          <p:cNvPr id="10" name="Text 8"/>
          <p:cNvSpPr/>
          <p:nvPr/>
        </p:nvSpPr>
        <p:spPr>
          <a:xfrm>
            <a:off x="1041400" y="3313311"/>
            <a:ext cx="361035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1B3A"/>
                </a:solidFill>
                <a:latin typeface="Noto Sans JP" pitchFamily="34" charset="0"/>
                <a:ea typeface="Noto Sans JP" pitchFamily="34" charset="-122"/>
                <a:cs typeface="Noto Sans JP" pitchFamily="34" charset="-120"/>
              </a:rPr>
              <a:t>要件をまとめる AI</a:t>
            </a:r>
            <a:endParaRPr lang="en-US" sz="1700" dirty="0"/>
          </a:p>
        </p:txBody>
      </p:sp>
      <p:sp>
        <p:nvSpPr>
          <p:cNvPr id="11" name="Text 9"/>
          <p:cNvSpPr/>
          <p:nvPr/>
        </p:nvSpPr>
        <p:spPr>
          <a:xfrm>
            <a:off x="1041400" y="3673971"/>
            <a:ext cx="36103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たたき台を作り、決めることを質問してくる</a:t>
            </a:r>
            <a:endParaRPr lang="en-US" sz="1300" dirty="0"/>
          </a:p>
        </p:txBody>
      </p:sp>
      <p:pic>
        <p:nvPicPr>
          <p:cNvPr id="12" name="Image 0" descr="arrow-left">    </p:cNvPr>
          <p:cNvPicPr>
            <a:picLocks noChangeAspect="1"/>
          </p:cNvPicPr>
          <p:nvPr/>
        </p:nvPicPr>
        <p:blipFill>
          <a:blip r:embed="rId1"/>
          <a:srcRect l="0" r="0" t="0" b="0"/>
          <a:stretch/>
        </p:blipFill>
        <p:spPr>
          <a:xfrm>
            <a:off x="5715000" y="2292350"/>
            <a:ext cx="762000" cy="304800"/>
          </a:xfrm>
          <a:prstGeom prst="rect">
            <a:avLst/>
          </a:prstGeom>
        </p:spPr>
      </p:pic>
      <p:sp>
        <p:nvSpPr>
          <p:cNvPr id="13" name="Shape 10"/>
          <p:cNvSpPr/>
          <p:nvPr/>
        </p:nvSpPr>
        <p:spPr>
          <a:xfrm>
            <a:off x="5080000" y="2673350"/>
            <a:ext cx="2032000" cy="1488281"/>
          </a:xfrm>
          <a:prstGeom prst="roundRect">
            <a:avLst>
              <a:gd name="adj" fmla="val 8533"/>
            </a:avLst>
          </a:prstGeom>
          <a:solidFill>
            <a:srgbClr val="1E1B3A"/>
          </a:solidFill>
          <a:ln/>
        </p:spPr>
      </p:sp>
      <p:pic>
        <p:nvPicPr>
          <p:cNvPr id="14" name="Image 1" descr="Users">    </p:cNvPr>
          <p:cNvPicPr>
            <a:picLocks noChangeAspect="1"/>
          </p:cNvPicPr>
          <p:nvPr/>
        </p:nvPicPr>
        <p:blipFill>
          <a:blip r:embed="rId2"/>
          <a:srcRect l="0" r="0" t="0" b="0"/>
          <a:stretch/>
        </p:blipFill>
        <p:spPr>
          <a:xfrm>
            <a:off x="5892800" y="2825750"/>
            <a:ext cx="406400" cy="406400"/>
          </a:xfrm>
          <a:prstGeom prst="rect">
            <a:avLst/>
          </a:prstGeom>
        </p:spPr>
      </p:pic>
      <p:sp>
        <p:nvSpPr>
          <p:cNvPr id="15" name="Text 11"/>
          <p:cNvSpPr/>
          <p:nvPr/>
        </p:nvSpPr>
        <p:spPr>
          <a:xfrm>
            <a:off x="5882640" y="3282950"/>
            <a:ext cx="42672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7F6FB"/>
                </a:solidFill>
                <a:latin typeface="Noto Sans JP" pitchFamily="34" charset="0"/>
                <a:ea typeface="Noto Sans JP" pitchFamily="34" charset="-122"/>
                <a:cs typeface="Noto Sans JP" pitchFamily="34" charset="-120"/>
              </a:rPr>
              <a:t>自分</a:t>
            </a:r>
            <a:endParaRPr lang="en-US" sz="1400" dirty="0"/>
          </a:p>
        </p:txBody>
      </p:sp>
      <p:sp>
        <p:nvSpPr>
          <p:cNvPr id="16" name="Text 12"/>
          <p:cNvSpPr/>
          <p:nvPr/>
        </p:nvSpPr>
        <p:spPr>
          <a:xfrm>
            <a:off x="5477570" y="3582591"/>
            <a:ext cx="1236861"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9D4F0"/>
                </a:solidFill>
                <a:latin typeface="Noto Sans JP" pitchFamily="34" charset="0"/>
                <a:ea typeface="Noto Sans JP" pitchFamily="34" charset="-122"/>
                <a:cs typeface="Noto Sans JP" pitchFamily="34" charset="-120"/>
              </a:rPr>
              <a:t>A の質問に答えて</a:t>
            </a:r>
            <a:endParaRPr lang="en-US" sz="1200" dirty="0"/>
          </a:p>
          <a:p>
            <a:pPr algn="ctr" indent="0" marL="0">
              <a:lnSpc>
                <a:spcPts val="1680"/>
              </a:lnSpc>
              <a:buNone/>
            </a:pPr>
            <a:r>
              <a:rPr lang="en-US" sz="1200" dirty="0">
                <a:solidFill>
                  <a:srgbClr val="D9D4F0"/>
                </a:solidFill>
                <a:latin typeface="Noto Sans JP" pitchFamily="34" charset="0"/>
                <a:ea typeface="Noto Sans JP" pitchFamily="34" charset="-122"/>
                <a:cs typeface="Noto Sans JP" pitchFamily="34" charset="-120"/>
              </a:rPr>
              <a:t>自分で決める</a:t>
            </a:r>
            <a:endParaRPr lang="en-US" sz="1200" dirty="0"/>
          </a:p>
        </p:txBody>
      </p:sp>
      <p:pic>
        <p:nvPicPr>
          <p:cNvPr id="17" name="Image 2" descr="arrow-right">    </p:cNvPr>
          <p:cNvPicPr>
            <a:picLocks noChangeAspect="1"/>
          </p:cNvPicPr>
          <p:nvPr/>
        </p:nvPicPr>
        <p:blipFill>
          <a:blip r:embed="rId3"/>
          <a:srcRect l="0" r="0" t="0" b="0"/>
          <a:stretch/>
        </p:blipFill>
        <p:spPr>
          <a:xfrm>
            <a:off x="5715000" y="4237831"/>
            <a:ext cx="762000" cy="304800"/>
          </a:xfrm>
          <a:prstGeom prst="rect">
            <a:avLst/>
          </a:prstGeom>
        </p:spPr>
      </p:pic>
      <p:sp>
        <p:nvSpPr>
          <p:cNvPr id="18" name="Shape 13"/>
          <p:cNvSpPr/>
          <p:nvPr/>
        </p:nvSpPr>
        <p:spPr>
          <a:xfrm>
            <a:off x="7416800" y="2701230"/>
            <a:ext cx="3962400" cy="1432421"/>
          </a:xfrm>
          <a:prstGeom prst="roundRect">
            <a:avLst>
              <a:gd name="adj" fmla="val 8866"/>
            </a:avLst>
          </a:prstGeom>
          <a:solidFill>
            <a:srgbClr val="FFFFFF"/>
          </a:solidFill>
          <a:ln/>
        </p:spPr>
      </p:sp>
      <p:sp>
        <p:nvSpPr>
          <p:cNvPr id="19" name="Shape 14"/>
          <p:cNvSpPr/>
          <p:nvPr/>
        </p:nvSpPr>
        <p:spPr>
          <a:xfrm>
            <a:off x="7416800" y="2701230"/>
            <a:ext cx="3962400" cy="1432421"/>
          </a:xfrm>
          <a:custGeom>
            <a:avLst/>
            <a:gdLst/>
            <a:ahLst/>
            <a:cxnLst/>
            <a:rect l="l" t="t" r="r" b="b"/>
            <a:pathLst>
              <a:path w="3962400" h="1432421">
                <a:moveTo>
                  <a:pt x="0" y="127000"/>
                </a:moveTo>
                <a:lnTo>
                  <a:pt x="0" y="127000"/>
                </a:lnTo>
                <a:arcTo hR="127000" wR="127000" stAng="10800000" swAng="5400000"/>
                <a:lnTo>
                  <a:pt x="3835400" y="0"/>
                </a:lnTo>
                <a:arcTo hR="127000" wR="127000" stAng="16200000" swAng="5400000"/>
                <a:lnTo>
                  <a:pt x="3962400" y="127000"/>
                </a:lnTo>
                <a:arcTo hR="76200" wR="127000" stAng="0" swAng="-5400000"/>
                <a:lnTo>
                  <a:pt x="127000" y="50800"/>
                </a:lnTo>
                <a:arcTo hR="76200" wR="127000" stAng="16200000" swAng="-5400000"/>
                <a:close/>
              </a:path>
            </a:pathLst>
          </a:custGeom>
          <a:solidFill>
            <a:srgbClr val="E07B39"/>
          </a:solidFill>
          <a:ln/>
        </p:spPr>
      </p:sp>
      <p:sp>
        <p:nvSpPr>
          <p:cNvPr id="20" name="Text 15"/>
          <p:cNvSpPr/>
          <p:nvPr/>
        </p:nvSpPr>
        <p:spPr>
          <a:xfrm>
            <a:off x="7645400" y="2980630"/>
            <a:ext cx="361035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31A"/>
                </a:solidFill>
                <a:latin typeface="Noto Sans JP" pitchFamily="34" charset="0"/>
                <a:ea typeface="Noto Sans JP" pitchFamily="34" charset="-122"/>
                <a:cs typeface="Noto Sans JP" pitchFamily="34" charset="-120"/>
              </a:rPr>
              <a:t>セッション B</a:t>
            </a:r>
            <a:endParaRPr lang="en-US" sz="1300" dirty="0"/>
          </a:p>
        </p:txBody>
      </p:sp>
      <p:sp>
        <p:nvSpPr>
          <p:cNvPr id="21" name="Text 16"/>
          <p:cNvSpPr/>
          <p:nvPr/>
        </p:nvSpPr>
        <p:spPr>
          <a:xfrm>
            <a:off x="7645400" y="3313311"/>
            <a:ext cx="361035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1B3A"/>
                </a:solidFill>
                <a:latin typeface="Noto Sans JP" pitchFamily="34" charset="0"/>
                <a:ea typeface="Noto Sans JP" pitchFamily="34" charset="-122"/>
                <a:cs typeface="Noto Sans JP" pitchFamily="34" charset="-120"/>
              </a:rPr>
              <a:t>依頼者役の AI</a:t>
            </a:r>
            <a:endParaRPr lang="en-US" sz="1700" dirty="0"/>
          </a:p>
        </p:txBody>
      </p:sp>
      <p:sp>
        <p:nvSpPr>
          <p:cNvPr id="22" name="Text 17"/>
          <p:cNvSpPr/>
          <p:nvPr/>
        </p:nvSpPr>
        <p:spPr>
          <a:xfrm>
            <a:off x="7645400" y="3673971"/>
            <a:ext cx="361035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依頼者にしか分からないことだけ聞く</a:t>
            </a:r>
            <a:endParaRPr lang="en-US" sz="1300" dirty="0"/>
          </a:p>
        </p:txBody>
      </p:sp>
      <p:sp>
        <p:nvSpPr>
          <p:cNvPr id="23" name="Text 18"/>
          <p:cNvSpPr/>
          <p:nvPr/>
        </p:nvSpPr>
        <p:spPr>
          <a:xfrm>
            <a:off x="812800" y="4771231"/>
            <a:ext cx="3589834" cy="502841"/>
          </a:xfrm>
          <a:prstGeom prst="roundRect">
            <a:avLst>
              <a:gd name="adj" fmla="val 20205"/>
            </a:avLst>
          </a:prstGeom>
          <a:solidFill>
            <a:srgbClr val="1E1B3A"/>
          </a:solidFill>
          <a:ln/>
        </p:spPr>
        <p:txBody>
          <a:bodyPr wrap="square" lIns="148042" tIns="97242" rIns="51015" bIns="71842" rtlCol="0" anchor="t">
            <a:normAutofit/>
          </a:bodyPr>
          <a:lstStyle/>
          <a:p>
            <a:pPr algn="l" indent="0" marL="0">
              <a:lnSpc>
                <a:spcPts val="1960"/>
              </a:lnSpc>
              <a:buNone/>
            </a:pPr>
            <a:r>
              <a:rPr lang="en-US" sz="1400" b="1" dirty="0">
                <a:solidFill>
                  <a:srgbClr val="F7F6FB"/>
                </a:solidFill>
                <a:latin typeface="Noto Sans JP" pitchFamily="34" charset="0"/>
                <a:ea typeface="Noto Sans JP" pitchFamily="34" charset="-122"/>
                <a:cs typeface="Noto Sans JP" pitchFamily="34" charset="-120"/>
              </a:rPr>
              <a:t>「あとで考えます」は禁止</a:t>
            </a:r>
            <a:endParaRPr lang="en-US" sz="1400" dirty="0"/>
          </a:p>
        </p:txBody>
      </p:sp>
      <p:sp>
        <p:nvSpPr>
          <p:cNvPr id="24" name="Text 19"/>
          <p:cNvSpPr/>
          <p:nvPr/>
        </p:nvSpPr>
        <p:spPr>
          <a:xfrm>
            <a:off x="4555034" y="4771231"/>
            <a:ext cx="6824166" cy="502841"/>
          </a:xfrm>
          <a:prstGeom prst="roundRect">
            <a:avLst>
              <a:gd name="adj" fmla="val 20205"/>
            </a:avLst>
          </a:prstGeom>
          <a:solidFill>
            <a:srgbClr val="ECE8FA"/>
          </a:solidFill>
          <a:ln/>
        </p:spPr>
        <p:txBody>
          <a:bodyPr wrap="square" lIns="148042" tIns="97242" rIns="0" bIns="71842" rtlCol="0" anchor="t">
            <a:normAutofit/>
          </a:bodyPr>
          <a:lstStyle/>
          <a:p>
            <a:pPr algn="l" indent="0" marL="0">
              <a:lnSpc>
                <a:spcPts val="1960"/>
              </a:lnSpc>
              <a:buNone/>
            </a:pPr>
            <a:r>
              <a:rPr lang="en-US" sz="1400" dirty="0">
                <a:solidFill>
                  <a:srgbClr val="1E1B3A"/>
                </a:solidFill>
                <a:latin typeface="Noto Sans JP" pitchFamily="34" charset="0"/>
                <a:ea typeface="Noto Sans JP" pitchFamily="34" charset="-122"/>
                <a:cs typeface="Noto Sans JP" pitchFamily="34" charset="-120"/>
              </a:rPr>
              <a:t>決めるか、「未確定事項（確認先つき）」にするかのどちらか</a:t>
            </a:r>
            <a:endParaRPr lang="en-US" sz="1400" dirty="0"/>
          </a:p>
        </p:txBody>
      </p:sp>
      <p:sp>
        <p:nvSpPr>
          <p:cNvPr id="25" name="Text 20"/>
          <p:cNvSpPr/>
          <p:nvPr/>
        </p:nvSpPr>
        <p:spPr>
          <a:xfrm>
            <a:off x="812800" y="5502672"/>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仲間と集まるときは、1つの画面を映し、操作する人（ドライバー）を15分ごとに交代します</a:t>
            </a:r>
            <a:endParaRPr lang="en-US" sz="1300" dirty="0"/>
          </a:p>
        </p:txBody>
      </p:sp>
      <p:sp>
        <p:nvSpPr>
          <p:cNvPr id="26" name="Text 21"/>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27" name="Text 22"/>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docs/08-mob-exercise.md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776585"/>
            <a:ext cx="1169789" cy="307280"/>
          </a:xfrm>
          <a:custGeom>
            <a:avLst/>
            <a:gdLst/>
            <a:ahLst/>
            <a:cxnLst/>
            <a:rect l="l" t="t" r="r" b="b"/>
            <a:pathLst>
              <a:path w="1169789" h="307280">
                <a:moveTo>
                  <a:pt x="153640" y="0"/>
                </a:moveTo>
                <a:lnTo>
                  <a:pt x="1016149" y="0"/>
                </a:lnTo>
                <a:arcTo hR="153640" wR="153640" stAng="16200000" swAng="5400000"/>
                <a:lnTo>
                  <a:pt x="1169789" y="153640"/>
                </a:lnTo>
                <a:arcTo hR="153640" wR="153640" stAng="0" swAng="5400000"/>
                <a:lnTo>
                  <a:pt x="153640" y="307280"/>
                </a:lnTo>
                <a:arcTo hR="153640" wR="153640" stAng="5400000" swAng="5400000"/>
                <a:lnTo>
                  <a:pt x="0" y="153640"/>
                </a:lnTo>
                <a:arcTo hR="153640" wR="153640" stAng="10800000" swAng="5400000"/>
                <a:close/>
              </a:path>
            </a:pathLst>
          </a:custGeom>
          <a:solidFill>
            <a:srgbClr val="1E1B3A"/>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STEP 9 応用</a:t>
            </a:r>
            <a:endParaRPr lang="en-US" sz="1300" dirty="0"/>
          </a:p>
        </p:txBody>
      </p:sp>
      <p:sp>
        <p:nvSpPr>
          <p:cNvPr id="3" name="Text 1"/>
          <p:cNvSpPr/>
          <p:nvPr>
            <p:ph type="title"/>
          </p:nvPr>
        </p:nvSpPr>
        <p:spPr>
          <a:xfrm>
            <a:off x="2084189" y="711200"/>
            <a:ext cx="7042309"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スキルで覚えさせ、MCP でつなぐ</a:t>
            </a:r>
            <a:endParaRPr lang="en-US" sz="3000" dirty="0"/>
          </a:p>
        </p:txBody>
      </p:sp>
      <p:sp>
        <p:nvSpPr>
          <p:cNvPr id="4" name="Shape 2"/>
          <p:cNvSpPr/>
          <p:nvPr/>
        </p:nvSpPr>
        <p:spPr>
          <a:xfrm>
            <a:off x="812800" y="1377950"/>
            <a:ext cx="2546350" cy="1709241"/>
          </a:xfrm>
          <a:prstGeom prst="roundRect">
            <a:avLst>
              <a:gd name="adj" fmla="val 7430"/>
            </a:avLst>
          </a:prstGeom>
          <a:solidFill>
            <a:srgbClr val="FFFFFF"/>
          </a:solidFill>
          <a:ln/>
        </p:spPr>
      </p:sp>
      <p:pic>
        <p:nvPicPr>
          <p:cNvPr id="5" name="Image 0" descr="Book">    </p:cNvPr>
          <p:cNvPicPr>
            <a:picLocks noChangeAspect="1"/>
          </p:cNvPicPr>
          <p:nvPr/>
        </p:nvPicPr>
        <p:blipFill>
          <a:blip r:embed="rId1"/>
          <a:srcRect l="0" r="0" t="0" b="0"/>
          <a:stretch/>
        </p:blipFill>
        <p:spPr>
          <a:xfrm>
            <a:off x="1016000" y="1581150"/>
            <a:ext cx="406400" cy="406400"/>
          </a:xfrm>
          <a:prstGeom prst="rect">
            <a:avLst/>
          </a:prstGeom>
        </p:spPr>
      </p:pic>
      <p:sp>
        <p:nvSpPr>
          <p:cNvPr id="6" name="Text 3"/>
          <p:cNvSpPr/>
          <p:nvPr/>
        </p:nvSpPr>
        <p:spPr>
          <a:xfrm>
            <a:off x="1016000" y="2063750"/>
            <a:ext cx="220414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B3A"/>
                </a:solidFill>
                <a:latin typeface="Noto Sans JP" pitchFamily="34" charset="0"/>
                <a:ea typeface="Noto Sans JP" pitchFamily="34" charset="-122"/>
                <a:cs typeface="Noto Sans JP" pitchFamily="34" charset="-120"/>
              </a:rPr>
              <a:t>Steering</a:t>
            </a:r>
            <a:endParaRPr lang="en-US" sz="1600" dirty="0"/>
          </a:p>
        </p:txBody>
      </p:sp>
      <p:sp>
        <p:nvSpPr>
          <p:cNvPr id="7" name="Text 4"/>
          <p:cNvSpPr/>
          <p:nvPr/>
        </p:nvSpPr>
        <p:spPr>
          <a:xfrm>
            <a:off x="1016000" y="2383730"/>
            <a:ext cx="220414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毎回読む前提やルール</a:t>
            </a:r>
            <a:endParaRPr lang="en-US" sz="1300" dirty="0"/>
          </a:p>
        </p:txBody>
      </p:sp>
      <p:sp>
        <p:nvSpPr>
          <p:cNvPr id="8" name="Shape 5"/>
          <p:cNvSpPr/>
          <p:nvPr/>
        </p:nvSpPr>
        <p:spPr>
          <a:xfrm>
            <a:off x="3486150" y="1377950"/>
            <a:ext cx="2546350" cy="1709241"/>
          </a:xfrm>
          <a:prstGeom prst="roundRect">
            <a:avLst>
              <a:gd name="adj" fmla="val 7430"/>
            </a:avLst>
          </a:prstGeom>
          <a:solidFill>
            <a:srgbClr val="FFFFFF"/>
          </a:solidFill>
          <a:ln/>
        </p:spPr>
      </p:sp>
      <p:pic>
        <p:nvPicPr>
          <p:cNvPr id="9" name="Image 1" descr="Lightning">    </p:cNvPr>
          <p:cNvPicPr>
            <a:picLocks noChangeAspect="1"/>
          </p:cNvPicPr>
          <p:nvPr/>
        </p:nvPicPr>
        <p:blipFill>
          <a:blip r:embed="rId2"/>
          <a:srcRect l="0" r="0" t="0" b="0"/>
          <a:stretch/>
        </p:blipFill>
        <p:spPr>
          <a:xfrm>
            <a:off x="3689350" y="1581150"/>
            <a:ext cx="406400" cy="406400"/>
          </a:xfrm>
          <a:prstGeom prst="rect">
            <a:avLst/>
          </a:prstGeom>
        </p:spPr>
      </p:pic>
      <p:sp>
        <p:nvSpPr>
          <p:cNvPr id="10" name="Text 6"/>
          <p:cNvSpPr/>
          <p:nvPr/>
        </p:nvSpPr>
        <p:spPr>
          <a:xfrm>
            <a:off x="3689350" y="2063750"/>
            <a:ext cx="220414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B3A"/>
                </a:solidFill>
                <a:latin typeface="Noto Sans JP" pitchFamily="34" charset="0"/>
                <a:ea typeface="Noto Sans JP" pitchFamily="34" charset="-122"/>
                <a:cs typeface="Noto Sans JP" pitchFamily="34" charset="-120"/>
              </a:rPr>
              <a:t>Hooks</a:t>
            </a:r>
            <a:endParaRPr lang="en-US" sz="1600" dirty="0"/>
          </a:p>
        </p:txBody>
      </p:sp>
      <p:sp>
        <p:nvSpPr>
          <p:cNvPr id="11" name="Text 7"/>
          <p:cNvSpPr/>
          <p:nvPr/>
        </p:nvSpPr>
        <p:spPr>
          <a:xfrm>
            <a:off x="3689350" y="2383730"/>
            <a:ext cx="220414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決まったときに</a:t>
            </a:r>
            <a:endParaRPr lang="en-US" sz="1300" dirty="0"/>
          </a:p>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自動で動く</a:t>
            </a:r>
            <a:endParaRPr lang="en-US" sz="1300" dirty="0"/>
          </a:p>
        </p:txBody>
      </p:sp>
      <p:sp>
        <p:nvSpPr>
          <p:cNvPr id="12" name="Shape 8"/>
          <p:cNvSpPr/>
          <p:nvPr/>
        </p:nvSpPr>
        <p:spPr>
          <a:xfrm>
            <a:off x="6169025" y="1387475"/>
            <a:ext cx="2527300" cy="1690191"/>
          </a:xfrm>
          <a:prstGeom prst="roundRect">
            <a:avLst>
              <a:gd name="adj" fmla="val 6950"/>
            </a:avLst>
          </a:prstGeom>
          <a:solidFill>
            <a:srgbClr val="ECE8FA"/>
          </a:solidFill>
          <a:ln w="19050">
            <a:solidFill>
              <a:srgbClr val="6A4BE0"/>
            </a:solidFill>
            <a:prstDash val="solid"/>
          </a:ln>
        </p:spPr>
      </p:sp>
      <p:pic>
        <p:nvPicPr>
          <p:cNvPr id="13" name="Image 2" descr="GraduationCap">    </p:cNvPr>
          <p:cNvPicPr>
            <a:picLocks noChangeAspect="1"/>
          </p:cNvPicPr>
          <p:nvPr/>
        </p:nvPicPr>
        <p:blipFill>
          <a:blip r:embed="rId3"/>
          <a:srcRect l="0" r="0" t="0" b="0"/>
          <a:stretch/>
        </p:blipFill>
        <p:spPr>
          <a:xfrm>
            <a:off x="6381750" y="1600200"/>
            <a:ext cx="406400" cy="406400"/>
          </a:xfrm>
          <a:prstGeom prst="rect">
            <a:avLst/>
          </a:prstGeom>
        </p:spPr>
      </p:pic>
      <p:sp>
        <p:nvSpPr>
          <p:cNvPr id="14" name="Text 9"/>
          <p:cNvSpPr/>
          <p:nvPr/>
        </p:nvSpPr>
        <p:spPr>
          <a:xfrm>
            <a:off x="6381750" y="2082800"/>
            <a:ext cx="21649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B3A"/>
                </a:solidFill>
                <a:latin typeface="Noto Sans JP" pitchFamily="34" charset="0"/>
                <a:ea typeface="Noto Sans JP" pitchFamily="34" charset="-122"/>
                <a:cs typeface="Noto Sans JP" pitchFamily="34" charset="-120"/>
              </a:rPr>
              <a:t>スキル</a:t>
            </a:r>
            <a:endParaRPr lang="en-US" sz="1600" dirty="0"/>
          </a:p>
        </p:txBody>
      </p:sp>
      <p:sp>
        <p:nvSpPr>
          <p:cNvPr id="15" name="Text 10"/>
          <p:cNvSpPr/>
          <p:nvPr/>
        </p:nvSpPr>
        <p:spPr>
          <a:xfrm>
            <a:off x="6381750" y="2402780"/>
            <a:ext cx="216490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呼んだときだけ使う</a:t>
            </a:r>
            <a:endParaRPr lang="en-US" sz="1300" dirty="0"/>
          </a:p>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作業手順書</a:t>
            </a:r>
            <a:endParaRPr lang="en-US" sz="1300" dirty="0"/>
          </a:p>
        </p:txBody>
      </p:sp>
      <p:sp>
        <p:nvSpPr>
          <p:cNvPr id="16" name="Shape 11"/>
          <p:cNvSpPr/>
          <p:nvPr/>
        </p:nvSpPr>
        <p:spPr>
          <a:xfrm>
            <a:off x="8842375" y="1387475"/>
            <a:ext cx="2527300" cy="1690191"/>
          </a:xfrm>
          <a:prstGeom prst="roundRect">
            <a:avLst>
              <a:gd name="adj" fmla="val 6950"/>
            </a:avLst>
          </a:prstGeom>
          <a:solidFill>
            <a:srgbClr val="ECE8FA"/>
          </a:solidFill>
          <a:ln w="19050">
            <a:solidFill>
              <a:srgbClr val="6A4BE0"/>
            </a:solidFill>
            <a:prstDash val="solid"/>
          </a:ln>
        </p:spPr>
      </p:sp>
      <p:pic>
        <p:nvPicPr>
          <p:cNvPr id="17" name="Image 3" descr="Link">    </p:cNvPr>
          <p:cNvPicPr>
            <a:picLocks noChangeAspect="1"/>
          </p:cNvPicPr>
          <p:nvPr/>
        </p:nvPicPr>
        <p:blipFill>
          <a:blip r:embed="rId4"/>
          <a:srcRect l="0" r="0" t="0" b="0"/>
          <a:stretch/>
        </p:blipFill>
        <p:spPr>
          <a:xfrm>
            <a:off x="9055100" y="1600200"/>
            <a:ext cx="406400" cy="406400"/>
          </a:xfrm>
          <a:prstGeom prst="rect">
            <a:avLst/>
          </a:prstGeom>
        </p:spPr>
      </p:pic>
      <p:sp>
        <p:nvSpPr>
          <p:cNvPr id="18" name="Text 12"/>
          <p:cNvSpPr/>
          <p:nvPr/>
        </p:nvSpPr>
        <p:spPr>
          <a:xfrm>
            <a:off x="9055100" y="2082800"/>
            <a:ext cx="21649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B3A"/>
                </a:solidFill>
                <a:latin typeface="Noto Sans JP" pitchFamily="34" charset="0"/>
                <a:ea typeface="Noto Sans JP" pitchFamily="34" charset="-122"/>
                <a:cs typeface="Noto Sans JP" pitchFamily="34" charset="-120"/>
              </a:rPr>
              <a:t>MCP</a:t>
            </a:r>
            <a:endParaRPr lang="en-US" sz="1600" dirty="0"/>
          </a:p>
        </p:txBody>
      </p:sp>
      <p:sp>
        <p:nvSpPr>
          <p:cNvPr id="19" name="Text 13"/>
          <p:cNvSpPr/>
          <p:nvPr/>
        </p:nvSpPr>
        <p:spPr>
          <a:xfrm>
            <a:off x="9055100" y="2402780"/>
            <a:ext cx="216490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外部のツールや</a:t>
            </a:r>
            <a:endParaRPr lang="en-US" sz="1300" dirty="0"/>
          </a:p>
          <a:p>
            <a:pPr algn="l" indent="0" marL="0">
              <a:lnSpc>
                <a:spcPts val="1820"/>
              </a:lnSpc>
              <a:buNone/>
            </a:pPr>
            <a:r>
              <a:rPr lang="en-US" sz="1300" dirty="0">
                <a:solidFill>
                  <a:srgbClr val="4A4760"/>
                </a:solidFill>
                <a:latin typeface="Noto Sans JP" pitchFamily="34" charset="0"/>
                <a:ea typeface="Noto Sans JP" pitchFamily="34" charset="-122"/>
                <a:cs typeface="Noto Sans JP" pitchFamily="34" charset="-120"/>
              </a:rPr>
              <a:t>データとつなぐ</a:t>
            </a:r>
            <a:endParaRPr lang="en-US" sz="1300" dirty="0"/>
          </a:p>
        </p:txBody>
      </p:sp>
      <p:sp>
        <p:nvSpPr>
          <p:cNvPr id="20" name="Text 14"/>
          <p:cNvSpPr/>
          <p:nvPr/>
        </p:nvSpPr>
        <p:spPr>
          <a:xfrm>
            <a:off x="812800" y="3315791"/>
            <a:ext cx="535012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A4BE0"/>
                </a:solidFill>
                <a:latin typeface="Noto Sans JP" pitchFamily="34" charset="0"/>
                <a:ea typeface="Noto Sans JP" pitchFamily="34" charset="-122"/>
                <a:cs typeface="Noto Sans JP" pitchFamily="34" charset="-120"/>
              </a:rPr>
              <a:t>スキルを呼ぶ（チャット）</a:t>
            </a:r>
            <a:endParaRPr lang="en-US" sz="1300" dirty="0"/>
          </a:p>
        </p:txBody>
      </p:sp>
      <p:sp>
        <p:nvSpPr>
          <p:cNvPr id="21" name="Shape 15"/>
          <p:cNvSpPr/>
          <p:nvPr/>
        </p:nvSpPr>
        <p:spPr>
          <a:xfrm>
            <a:off x="822325" y="3632597"/>
            <a:ext cx="5175250" cy="1001911"/>
          </a:xfrm>
          <a:prstGeom prst="roundRect">
            <a:avLst>
              <a:gd name="adj" fmla="val 9190"/>
            </a:avLst>
          </a:prstGeom>
          <a:solidFill>
            <a:srgbClr val="FFFFFF"/>
          </a:solidFill>
          <a:ln w="19050">
            <a:solidFill>
              <a:srgbClr val="6A4BE0"/>
            </a:solidFill>
            <a:prstDash val="solid"/>
          </a:ln>
        </p:spPr>
      </p:sp>
      <p:sp>
        <p:nvSpPr>
          <p:cNvPr id="22" name="Text 16"/>
          <p:cNvSpPr/>
          <p:nvPr/>
        </p:nvSpPr>
        <p:spPr>
          <a:xfrm>
            <a:off x="1009650" y="3769122"/>
            <a:ext cx="1479947" cy="203200"/>
          </a:xfrm>
          <a:custGeom>
            <a:avLst/>
            <a:gdLst/>
            <a:ahLst/>
            <a:cxnLst/>
            <a:rect l="l" t="t" r="r" b="b"/>
            <a:pathLst>
              <a:path w="1479947" h="203200">
                <a:moveTo>
                  <a:pt x="101600" y="0"/>
                </a:moveTo>
                <a:lnTo>
                  <a:pt x="1378347" y="0"/>
                </a:lnTo>
                <a:arcTo hR="101600" wR="101600" stAng="16200000" swAng="5400000"/>
                <a:lnTo>
                  <a:pt x="1479947" y="101600"/>
                </a:lnTo>
                <a:arcTo hR="101600" wR="101600" stAng="0" swAng="5400000"/>
                <a:lnTo>
                  <a:pt x="101600" y="203200"/>
                </a:lnTo>
                <a:arcTo hR="101600" wR="101600" stAng="5400000" swAng="5400000"/>
                <a:lnTo>
                  <a:pt x="0" y="101600"/>
                </a:lnTo>
                <a:arcTo hR="101600" wR="101600" stAng="10800000" swAng="5400000"/>
                <a:close/>
              </a:path>
            </a:pathLst>
          </a:custGeom>
          <a:solidFill>
            <a:srgbClr val="6A4BE0"/>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Noto Sans JP" pitchFamily="34" charset="0"/>
                <a:ea typeface="Noto Sans JP" pitchFamily="34" charset="-122"/>
                <a:cs typeface="Noto Sans JP" pitchFamily="34" charset="-120"/>
              </a:rPr>
              <a:t>Kiro のチャットに入力</a:t>
            </a:r>
            <a:endParaRPr lang="en-US" sz="1000" dirty="0"/>
          </a:p>
        </p:txBody>
      </p:sp>
      <p:sp>
        <p:nvSpPr>
          <p:cNvPr id="23" name="Text 17"/>
          <p:cNvSpPr/>
          <p:nvPr/>
        </p:nvSpPr>
        <p:spPr>
          <a:xfrm>
            <a:off x="1009650" y="4035822"/>
            <a:ext cx="494461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1B3A"/>
                </a:solidFill>
                <a:latin typeface="JetBrains Mono" pitchFamily="49" charset="0"/>
                <a:ea typeface="JetBrains Mono" pitchFamily="49" charset="-122"/>
                <a:cs typeface="JetBrains Mono" pitchFamily="49" charset="-120"/>
              </a:rPr>
              <a:t>/minutes-summary</a:t>
            </a:r>
            <a:endParaRPr lang="en-US" sz="1300" dirty="0"/>
          </a:p>
          <a:p>
            <a:pPr algn="l" indent="0" marL="0">
              <a:lnSpc>
                <a:spcPts val="1820"/>
              </a:lnSpc>
              <a:buNone/>
            </a:pPr>
            <a:r>
              <a:rPr lang="en-US" sz="1300" dirty="0">
                <a:solidFill>
                  <a:srgbClr val="1E1B3A"/>
                </a:solidFill>
                <a:latin typeface="JetBrains Mono" pitchFamily="49" charset="0"/>
                <a:ea typeface="JetBrains Mono" pitchFamily="49" charset="-122"/>
                <a:cs typeface="JetBrains Mono" pitchFamily="49" charset="-120"/>
              </a:rPr>
              <a:t>#materials/議事録_サンプル_変更依頼定例.md</a:t>
            </a:r>
            <a:endParaRPr lang="en-US" sz="1300" dirty="0"/>
          </a:p>
        </p:txBody>
      </p:sp>
      <p:sp>
        <p:nvSpPr>
          <p:cNvPr id="24" name="Text 18"/>
          <p:cNvSpPr/>
          <p:nvPr/>
        </p:nvSpPr>
        <p:spPr>
          <a:xfrm>
            <a:off x="6184900" y="3315791"/>
            <a:ext cx="535012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6A4BE0"/>
                </a:solidFill>
                <a:latin typeface="Noto Sans JP" pitchFamily="34" charset="0"/>
                <a:ea typeface="Noto Sans JP" pitchFamily="34" charset="-122"/>
                <a:cs typeface="Noto Sans JP" pitchFamily="34" charset="-120"/>
              </a:rPr>
              <a:t>MCP をつなぐ（設定ファイル mcp.json に追記）</a:t>
            </a:r>
            <a:endParaRPr lang="en-US" sz="1300" dirty="0"/>
          </a:p>
        </p:txBody>
      </p:sp>
      <p:sp>
        <p:nvSpPr>
          <p:cNvPr id="25" name="Text 19"/>
          <p:cNvSpPr/>
          <p:nvPr/>
        </p:nvSpPr>
        <p:spPr>
          <a:xfrm>
            <a:off x="6184900" y="3623072"/>
            <a:ext cx="5194300" cy="939800"/>
          </a:xfrm>
          <a:prstGeom prst="roundRect">
            <a:avLst>
              <a:gd name="adj" fmla="val 10811"/>
            </a:avLst>
          </a:prstGeom>
          <a:solidFill>
            <a:srgbClr val="1E1B3A"/>
          </a:solidFill>
          <a:ln/>
        </p:spPr>
        <p:txBody>
          <a:bodyPr wrap="square" lIns="148042" tIns="97242" rIns="2881" bIns="71842" rtlCol="0" anchor="t">
            <a:normAutofit/>
          </a:bodyPr>
          <a:lstStyle/>
          <a:p>
            <a:pPr algn="l" indent="0" marL="0">
              <a:lnSpc>
                <a:spcPts val="1800"/>
              </a:lnSpc>
              <a:buNone/>
            </a:pPr>
            <a:r>
              <a:rPr lang="en-US" sz="1200" dirty="0">
                <a:solidFill>
                  <a:srgbClr val="E9E6FF"/>
                </a:solidFill>
                <a:latin typeface="JetBrains Mono" pitchFamily="49" charset="0"/>
                <a:ea typeface="JetBrains Mono" pitchFamily="49" charset="-122"/>
                <a:cs typeface="JetBrains Mono" pitchFamily="49" charset="-120"/>
              </a:rPr>
              <a:t>"aws-knowledge": {</a:t>
            </a:r>
            <a:endParaRPr lang="en-US" sz="1200" dirty="0"/>
          </a:p>
          <a:p>
            <a:pPr algn="l" indent="0" marL="0">
              <a:lnSpc>
                <a:spcPts val="1800"/>
              </a:lnSpc>
              <a:buNone/>
            </a:pPr>
            <a:r>
              <a:rPr lang="en-US" sz="1200" dirty="0">
                <a:solidFill>
                  <a:srgbClr val="E9E6FF"/>
                </a:solidFill>
                <a:latin typeface="JetBrains Mono" pitchFamily="49" charset="0"/>
                <a:ea typeface="JetBrains Mono" pitchFamily="49" charset="-122"/>
                <a:cs typeface="JetBrains Mono" pitchFamily="49" charset="-120"/>
              </a:rPr>
              <a:t>　"url": "https://knowledge-mcp.global.api.aws",</a:t>
            </a:r>
            <a:endParaRPr lang="en-US" sz="1200" dirty="0"/>
          </a:p>
          <a:p>
            <a:pPr algn="l" indent="0" marL="0">
              <a:lnSpc>
                <a:spcPts val="1800"/>
              </a:lnSpc>
              <a:buNone/>
            </a:pPr>
            <a:r>
              <a:rPr lang="en-US" sz="1200" dirty="0">
                <a:solidFill>
                  <a:srgbClr val="E9E6FF"/>
                </a:solidFill>
                <a:latin typeface="JetBrains Mono" pitchFamily="49" charset="0"/>
                <a:ea typeface="JetBrains Mono" pitchFamily="49" charset="-122"/>
                <a:cs typeface="JetBrains Mono" pitchFamily="49" charset="-120"/>
              </a:rPr>
              <a:t>　"type": "http" }</a:t>
            </a:r>
            <a:endParaRPr lang="en-US" sz="1200" dirty="0"/>
          </a:p>
        </p:txBody>
      </p:sp>
      <p:sp>
        <p:nvSpPr>
          <p:cNvPr id="26" name="Text 20"/>
          <p:cNvSpPr/>
          <p:nvPr/>
        </p:nvSpPr>
        <p:spPr>
          <a:xfrm>
            <a:off x="812800" y="4872633"/>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531A"/>
                </a:solidFill>
                <a:latin typeface="Noto Sans JP" pitchFamily="34" charset="0"/>
                <a:ea typeface="Noto Sans JP" pitchFamily="34" charset="-122"/>
                <a:cs typeface="Noto Sans JP" pitchFamily="34" charset="-120"/>
              </a:rPr>
              <a:t>MCP に送った質問は外部のサービスに届く。個人情報・秘密情報は送らない</a:t>
            </a:r>
            <a:endParaRPr lang="en-US" sz="1300" dirty="0"/>
          </a:p>
        </p:txBody>
      </p:sp>
      <p:sp>
        <p:nvSpPr>
          <p:cNvPr id="27" name="Text 21"/>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28" name="Text 22"/>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docs/09-skills-and-mcp.md</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1B3A"/>
        </a:solidFill>
      </p:bgPr>
    </p:bg>
    <p:spTree>
      <p:nvGrpSpPr>
        <p:cNvPr id="1" name=""/>
        <p:cNvGrpSpPr/>
        <p:nvPr/>
      </p:nvGrpSpPr>
      <p:grpSpPr>
        <a:xfrm>
          <a:off x="0" y="0"/>
          <a:ext cx="0" cy="0"/>
          <a:chOff x="0" y="0"/>
          <a:chExt cx="0" cy="0"/>
        </a:xfrm>
      </p:grpSpPr>
      <p:sp>
        <p:nvSpPr>
          <p:cNvPr id="2" name="Text 0"/>
          <p:cNvSpPr/>
          <p:nvPr/>
        </p:nvSpPr>
        <p:spPr>
          <a:xfrm>
            <a:off x="812800" y="776585"/>
            <a:ext cx="1267222" cy="307280"/>
          </a:xfrm>
          <a:custGeom>
            <a:avLst/>
            <a:gdLst/>
            <a:ahLst/>
            <a:cxnLst/>
            <a:rect l="l" t="t" r="r" b="b"/>
            <a:pathLst>
              <a:path w="1267222" h="307280">
                <a:moveTo>
                  <a:pt x="153640" y="0"/>
                </a:moveTo>
                <a:lnTo>
                  <a:pt x="1113582" y="0"/>
                </a:lnTo>
                <a:arcTo hR="153640" wR="153640" stAng="16200000" swAng="5400000"/>
                <a:lnTo>
                  <a:pt x="1267222" y="153640"/>
                </a:lnTo>
                <a:arcTo hR="153640" wR="153640" stAng="0" swAng="5400000"/>
                <a:lnTo>
                  <a:pt x="153640" y="307280"/>
                </a:lnTo>
                <a:arcTo hR="153640" wR="153640" stAng="5400000" swAng="5400000"/>
                <a:lnTo>
                  <a:pt x="0" y="153640"/>
                </a:lnTo>
                <a:arcTo hR="153640" wR="153640" stAng="10800000" swAng="5400000"/>
                <a:close/>
              </a:path>
            </a:pathLst>
          </a:custGeom>
          <a:solidFill>
            <a:srgbClr val="B9A8FF"/>
          </a:solidFill>
          <a:ln/>
        </p:spPr>
        <p:txBody>
          <a:bodyPr wrap="none" lIns="0" tIns="0" rIns="0" bIns="0" rtlCol="0" anchor="ctr">
            <a:normAutofit/>
          </a:bodyPr>
          <a:lstStyle/>
          <a:p>
            <a:pPr algn="ctr" indent="0" marL="0">
              <a:lnSpc>
                <a:spcPts val="1820"/>
              </a:lnSpc>
              <a:buNone/>
            </a:pPr>
            <a:r>
              <a:rPr lang="en-US" sz="1300" b="1" dirty="0">
                <a:solidFill>
                  <a:srgbClr val="1E1B3A"/>
                </a:solidFill>
                <a:latin typeface="Noto Sans JP" pitchFamily="34" charset="0"/>
                <a:ea typeface="Noto Sans JP" pitchFamily="34" charset="-122"/>
                <a:cs typeface="Noto Sans JP" pitchFamily="34" charset="-120"/>
              </a:rPr>
              <a:t>STEP 10 上級</a:t>
            </a:r>
            <a:endParaRPr lang="en-US" sz="1300" dirty="0"/>
          </a:p>
        </p:txBody>
      </p:sp>
      <p:sp>
        <p:nvSpPr>
          <p:cNvPr id="3" name="Text 1"/>
          <p:cNvSpPr/>
          <p:nvPr>
            <p:ph type="title"/>
          </p:nvPr>
        </p:nvSpPr>
        <p:spPr>
          <a:xfrm>
            <a:off x="2181622" y="711200"/>
            <a:ext cx="5689283"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7F6FB"/>
                </a:solidFill>
                <a:latin typeface="Noto Sans JP" pitchFamily="34" charset="0"/>
                <a:ea typeface="Noto Sans JP" pitchFamily="34" charset="-122"/>
                <a:cs typeface="Noto Sans JP" pitchFamily="34" charset="-120"/>
              </a:rPr>
              <a:t>AI-DLC：AI が進行役になる</a:t>
            </a:r>
            <a:endParaRPr lang="en-US" sz="3000" dirty="0"/>
          </a:p>
        </p:txBody>
      </p:sp>
      <p:sp>
        <p:nvSpPr>
          <p:cNvPr id="4" name="Shape 2"/>
          <p:cNvSpPr/>
          <p:nvPr/>
        </p:nvSpPr>
        <p:spPr>
          <a:xfrm>
            <a:off x="812800" y="1327150"/>
            <a:ext cx="10566400" cy="749300"/>
          </a:xfrm>
          <a:prstGeom prst="roundRect">
            <a:avLst>
              <a:gd name="adj" fmla="val 13559"/>
            </a:avLst>
          </a:prstGeom>
          <a:solidFill>
            <a:srgbClr val="2C2850"/>
          </a:solidFill>
          <a:ln/>
        </p:spPr>
      </p:sp>
      <p:sp>
        <p:nvSpPr>
          <p:cNvPr id="5" name="Text 3"/>
          <p:cNvSpPr/>
          <p:nvPr/>
        </p:nvSpPr>
        <p:spPr>
          <a:xfrm>
            <a:off x="1016000" y="1560810"/>
            <a:ext cx="1106785" cy="281880"/>
          </a:xfrm>
          <a:prstGeom prst="roundRect">
            <a:avLst>
              <a:gd name="adj" fmla="val 18022"/>
            </a:avLst>
          </a:prstGeom>
          <a:solidFill>
            <a:srgbClr val="B9A8FF"/>
          </a:solidFill>
          <a:ln/>
        </p:spPr>
        <p:txBody>
          <a:bodyPr wrap="none" lIns="0" tIns="0" rIns="0" bIns="0" rtlCol="0" anchor="ctr">
            <a:normAutofit/>
          </a:bodyPr>
          <a:lstStyle/>
          <a:p>
            <a:pPr algn="ctr" indent="0" marL="0">
              <a:lnSpc>
                <a:spcPts val="1820"/>
              </a:lnSpc>
              <a:buNone/>
            </a:pPr>
            <a:r>
              <a:rPr lang="en-US" sz="1300" b="1" dirty="0">
                <a:solidFill>
                  <a:srgbClr val="1E1B3A"/>
                </a:solidFill>
                <a:latin typeface="Noto Sans JP" pitchFamily="34" charset="0"/>
                <a:ea typeface="Noto Sans JP" pitchFamily="34" charset="-122"/>
                <a:cs typeface="Noto Sans JP" pitchFamily="34" charset="-120"/>
              </a:rPr>
              <a:t>AI-DLC とは</a:t>
            </a:r>
            <a:endParaRPr lang="en-US" sz="1300" dirty="0"/>
          </a:p>
        </p:txBody>
      </p:sp>
      <p:sp>
        <p:nvSpPr>
          <p:cNvPr id="6" name="Text 4"/>
          <p:cNvSpPr/>
          <p:nvPr/>
        </p:nvSpPr>
        <p:spPr>
          <a:xfrm>
            <a:off x="2249785" y="1454150"/>
            <a:ext cx="9194001"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7F6FB"/>
                </a:solidFill>
                <a:latin typeface="Noto Sans JP" pitchFamily="34" charset="0"/>
                <a:ea typeface="Noto Sans JP" pitchFamily="34" charset="-122"/>
                <a:cs typeface="Noto Sans JP" pitchFamily="34" charset="-120"/>
              </a:rPr>
              <a:t>AI 駆動開発ライフサイクル（AI-Driven Development Life Cycle）。AWS が公開している開発の進め方で、</a:t>
            </a:r>
            <a:endParaRPr lang="en-US" sz="1300" dirty="0"/>
          </a:p>
          <a:p>
            <a:pPr algn="l" indent="0" marL="0">
              <a:lnSpc>
                <a:spcPts val="1950"/>
              </a:lnSpc>
              <a:buNone/>
            </a:pPr>
            <a:r>
              <a:rPr lang="en-US" sz="1300" dirty="0">
                <a:solidFill>
                  <a:srgbClr val="F7F6FB"/>
                </a:solidFill>
                <a:latin typeface="Noto Sans JP" pitchFamily="34" charset="0"/>
                <a:ea typeface="Noto Sans JP" pitchFamily="34" charset="-122"/>
                <a:cs typeface="Noto Sans JP" pitchFamily="34" charset="-120"/>
              </a:rPr>
              <a:t>AI が段階ごとに「質問 → 文書 → 人の承認」を繰り返しながら、構想から構築まで進めてくれる</a:t>
            </a:r>
            <a:endParaRPr lang="en-US" sz="1300" dirty="0"/>
          </a:p>
        </p:txBody>
      </p:sp>
      <p:sp>
        <p:nvSpPr>
          <p:cNvPr id="7" name="Text 5"/>
          <p:cNvSpPr/>
          <p:nvPr/>
        </p:nvSpPr>
        <p:spPr>
          <a:xfrm>
            <a:off x="812800" y="2326580"/>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A8FF"/>
                </a:solidFill>
                <a:latin typeface="Noto Sans JP" pitchFamily="34" charset="0"/>
                <a:ea typeface="Noto Sans JP" pitchFamily="34" charset="-122"/>
                <a:cs typeface="Noto Sans JP" pitchFamily="34" charset="-120"/>
              </a:rPr>
              <a:t>1つの段階で</a:t>
            </a:r>
            <a:endParaRPr lang="en-US" sz="1200" dirty="0"/>
          </a:p>
        </p:txBody>
      </p:sp>
      <p:sp>
        <p:nvSpPr>
          <p:cNvPr id="8" name="Text 6"/>
          <p:cNvSpPr/>
          <p:nvPr/>
        </p:nvSpPr>
        <p:spPr>
          <a:xfrm>
            <a:off x="2184400" y="2254250"/>
            <a:ext cx="1328142" cy="358080"/>
          </a:xfrm>
          <a:prstGeom prst="roundRect">
            <a:avLst>
              <a:gd name="adj" fmla="val 21280"/>
            </a:avLst>
          </a:pr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AI が質問する</a:t>
            </a:r>
            <a:endParaRPr lang="en-US" sz="1300" dirty="0"/>
          </a:p>
        </p:txBody>
      </p:sp>
      <p:pic>
        <p:nvPicPr>
          <p:cNvPr id="9" name="Image 0" descr="arrow-right">    </p:cNvPr>
          <p:cNvPicPr>
            <a:picLocks noChangeAspect="1"/>
          </p:cNvPicPr>
          <p:nvPr/>
        </p:nvPicPr>
        <p:blipFill>
          <a:blip r:embed="rId1"/>
          <a:srcRect l="0" r="0" t="0" b="0"/>
          <a:stretch/>
        </p:blipFill>
        <p:spPr>
          <a:xfrm>
            <a:off x="3614142" y="2357041"/>
            <a:ext cx="254000" cy="152400"/>
          </a:xfrm>
          <a:prstGeom prst="rect">
            <a:avLst/>
          </a:prstGeom>
        </p:spPr>
      </p:pic>
      <p:sp>
        <p:nvSpPr>
          <p:cNvPr id="10" name="Text 7"/>
          <p:cNvSpPr/>
          <p:nvPr/>
        </p:nvSpPr>
        <p:spPr>
          <a:xfrm>
            <a:off x="3969742" y="2254250"/>
            <a:ext cx="1823442" cy="358080"/>
          </a:xfrm>
          <a:prstGeom prst="roundRect">
            <a:avLst>
              <a:gd name="adj" fmla="val 21280"/>
            </a:avLst>
          </a:prstGeom>
          <a:solidFill>
            <a:srgbClr val="6A4BE0"/>
          </a:solidFill>
          <a:ln/>
        </p:spPr>
        <p:txBody>
          <a:bodyPr wrap="none" lIns="0" tIns="0" rIns="0" bIns="0" rtlCol="0" anchor="ctr">
            <a:normAutofit/>
          </a:bodyPr>
          <a:lstStyle/>
          <a:p>
            <a:pPr algn="ctr" indent="0" marL="0">
              <a:lnSpc>
                <a:spcPts val="1820"/>
              </a:lnSpc>
              <a:buNone/>
            </a:pPr>
            <a:r>
              <a:rPr lang="en-US" sz="1300" b="1" dirty="0">
                <a:solidFill>
                  <a:srgbClr val="F7F6FB"/>
                </a:solidFill>
                <a:latin typeface="Noto Sans JP" pitchFamily="34" charset="0"/>
                <a:ea typeface="Noto Sans JP" pitchFamily="34" charset="-122"/>
                <a:cs typeface="Noto Sans JP" pitchFamily="34" charset="-120"/>
              </a:rPr>
              <a:t>AI が文書にまとめる</a:t>
            </a:r>
            <a:endParaRPr lang="en-US" sz="1300" dirty="0"/>
          </a:p>
        </p:txBody>
      </p:sp>
      <p:pic>
        <p:nvPicPr>
          <p:cNvPr id="11" name="Image 1" descr="arrow-right">    </p:cNvPr>
          <p:cNvPicPr>
            <a:picLocks noChangeAspect="1"/>
          </p:cNvPicPr>
          <p:nvPr/>
        </p:nvPicPr>
        <p:blipFill>
          <a:blip r:embed="rId2"/>
          <a:srcRect l="0" r="0" t="0" b="0"/>
          <a:stretch/>
        </p:blipFill>
        <p:spPr>
          <a:xfrm>
            <a:off x="5894784" y="2357041"/>
            <a:ext cx="254000" cy="152400"/>
          </a:xfrm>
          <a:prstGeom prst="rect">
            <a:avLst/>
          </a:prstGeom>
        </p:spPr>
      </p:pic>
      <p:sp>
        <p:nvSpPr>
          <p:cNvPr id="12" name="Text 8"/>
          <p:cNvSpPr/>
          <p:nvPr/>
        </p:nvSpPr>
        <p:spPr>
          <a:xfrm>
            <a:off x="6250384" y="2254250"/>
            <a:ext cx="1876127" cy="358080"/>
          </a:xfrm>
          <a:prstGeom prst="roundRect">
            <a:avLst>
              <a:gd name="adj" fmla="val 21280"/>
            </a:avLst>
          </a:prstGeom>
          <a:solidFill>
            <a:srgbClr val="E07B39"/>
          </a:solidFill>
          <a:ln/>
        </p:spPr>
        <p:txBody>
          <a:bodyPr wrap="none" lIns="0" tIns="0" rIns="0" bIns="0" rtlCol="0" anchor="ctr">
            <a:normAutofit/>
          </a:bodyPr>
          <a:lstStyle/>
          <a:p>
            <a:pPr algn="ctr" indent="0" marL="0">
              <a:lnSpc>
                <a:spcPts val="1820"/>
              </a:lnSpc>
              <a:buNone/>
            </a:pPr>
            <a:r>
              <a:rPr lang="en-US" sz="1300" b="1" dirty="0">
                <a:solidFill>
                  <a:srgbClr val="1E1B3A"/>
                </a:solidFill>
                <a:latin typeface="Noto Sans JP" pitchFamily="34" charset="0"/>
                <a:ea typeface="Noto Sans JP" pitchFamily="34" charset="-122"/>
                <a:cs typeface="Noto Sans JP" pitchFamily="34" charset="-120"/>
              </a:rPr>
              <a:t>人が承認 or 差し戻し</a:t>
            </a:r>
            <a:endParaRPr lang="en-US" sz="1300" dirty="0"/>
          </a:p>
        </p:txBody>
      </p:sp>
      <p:pic>
        <p:nvPicPr>
          <p:cNvPr id="13" name="Image 2" descr="arrow-right">    </p:cNvPr>
          <p:cNvPicPr>
            <a:picLocks noChangeAspect="1"/>
          </p:cNvPicPr>
          <p:nvPr/>
        </p:nvPicPr>
        <p:blipFill>
          <a:blip r:embed="rId3"/>
          <a:srcRect l="0" r="0" t="0" b="0"/>
          <a:stretch/>
        </p:blipFill>
        <p:spPr>
          <a:xfrm>
            <a:off x="8228112" y="2357041"/>
            <a:ext cx="254000" cy="152400"/>
          </a:xfrm>
          <a:prstGeom prst="rect">
            <a:avLst/>
          </a:prstGeom>
        </p:spPr>
      </p:pic>
      <p:sp>
        <p:nvSpPr>
          <p:cNvPr id="14" name="Text 9"/>
          <p:cNvSpPr/>
          <p:nvPr/>
        </p:nvSpPr>
        <p:spPr>
          <a:xfrm>
            <a:off x="8583712" y="2317750"/>
            <a:ext cx="876300" cy="256480"/>
          </a:xfrm>
          <a:prstGeom prst="rect">
            <a:avLst/>
          </a:prstGeom>
          <a:noFill/>
          <a:ln/>
        </p:spPr>
        <p:txBody>
          <a:bodyPr wrap="none" lIns="0" tIns="0" rIns="0" bIns="0" rtlCol="0" anchor="t">
            <a:normAutofit/>
          </a:bodyPr>
          <a:lstStyle/>
          <a:p>
            <a:pPr algn="l" indent="0" marL="0">
              <a:lnSpc>
                <a:spcPts val="1820"/>
              </a:lnSpc>
              <a:buNone/>
            </a:pPr>
            <a:r>
              <a:rPr lang="en-US" sz="1300" dirty="0">
                <a:solidFill>
                  <a:srgbClr val="D9D4F0"/>
                </a:solidFill>
                <a:latin typeface="Noto Sans JP" pitchFamily="34" charset="0"/>
                <a:ea typeface="Noto Sans JP" pitchFamily="34" charset="-122"/>
                <a:cs typeface="Noto Sans JP" pitchFamily="34" charset="-120"/>
              </a:rPr>
              <a:t>次の段階へ</a:t>
            </a:r>
            <a:endParaRPr lang="en-US" sz="1300" dirty="0"/>
          </a:p>
        </p:txBody>
      </p:sp>
      <p:sp>
        <p:nvSpPr>
          <p:cNvPr id="15" name="Text 10"/>
          <p:cNvSpPr/>
          <p:nvPr/>
        </p:nvSpPr>
        <p:spPr>
          <a:xfrm>
            <a:off x="812800" y="2853630"/>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A8FF"/>
                </a:solidFill>
                <a:latin typeface="Noto Sans JP" pitchFamily="34" charset="0"/>
                <a:ea typeface="Noto Sans JP" pitchFamily="34" charset="-122"/>
                <a:cs typeface="Noto Sans JP" pitchFamily="34" charset="-120"/>
              </a:rPr>
              <a:t>全体の流れ</a:t>
            </a:r>
            <a:endParaRPr lang="en-US" sz="1200" dirty="0"/>
          </a:p>
        </p:txBody>
      </p:sp>
      <p:sp>
        <p:nvSpPr>
          <p:cNvPr id="16" name="Text 11"/>
          <p:cNvSpPr/>
          <p:nvPr/>
        </p:nvSpPr>
        <p:spPr>
          <a:xfrm>
            <a:off x="2184400" y="2790130"/>
            <a:ext cx="1757660" cy="340320"/>
          </a:xfrm>
          <a:prstGeom prst="roundRect">
            <a:avLst>
              <a:gd name="adj" fmla="val 18659"/>
            </a:avLst>
          </a:prstGeom>
          <a:solidFill>
            <a:srgbClr val="2C2850"/>
          </a:solidFill>
          <a:ln/>
        </p:spPr>
        <p:txBody>
          <a:bodyPr wrap="square" lIns="57601" tIns="44901" rIns="57601" bIns="19501" rtlCol="0" anchor="t">
            <a:normAutofit/>
          </a:bodyPr>
          <a:lstStyle/>
          <a:p>
            <a:pPr algn="ctr" indent="0" marL="0">
              <a:lnSpc>
                <a:spcPts val="1680"/>
              </a:lnSpc>
              <a:buNone/>
            </a:pPr>
            <a:r>
              <a:rPr lang="en-US" sz="1200" dirty="0">
                <a:solidFill>
                  <a:srgbClr val="9C97B8"/>
                </a:solidFill>
                <a:latin typeface="Noto Sans JP" pitchFamily="34" charset="0"/>
                <a:ea typeface="Noto Sans JP" pitchFamily="34" charset="-122"/>
                <a:cs typeface="Noto Sans JP" pitchFamily="34" charset="-120"/>
              </a:rPr>
              <a:t>0 初期化</a:t>
            </a:r>
            <a:endParaRPr lang="en-US" sz="1200" dirty="0"/>
          </a:p>
        </p:txBody>
      </p:sp>
      <p:sp>
        <p:nvSpPr>
          <p:cNvPr id="17" name="Text 12"/>
          <p:cNvSpPr/>
          <p:nvPr/>
        </p:nvSpPr>
        <p:spPr>
          <a:xfrm>
            <a:off x="4043660" y="2790130"/>
            <a:ext cx="1757759" cy="340320"/>
          </a:xfrm>
          <a:prstGeom prst="roundRect">
            <a:avLst>
              <a:gd name="adj" fmla="val 18659"/>
            </a:avLst>
          </a:prstGeom>
          <a:solidFill>
            <a:srgbClr val="6A4BE0"/>
          </a:solidFill>
          <a:ln/>
        </p:spPr>
        <p:txBody>
          <a:bodyPr wrap="square" lIns="57601" tIns="44901" rIns="57601" bIns="19501" rtlCol="0" anchor="t">
            <a:normAutofit/>
          </a:bodyPr>
          <a:lstStyle/>
          <a:p>
            <a:pPr algn="ctr" indent="0" marL="0">
              <a:lnSpc>
                <a:spcPts val="1680"/>
              </a:lnSpc>
              <a:buNone/>
            </a:pPr>
            <a:r>
              <a:rPr lang="en-US" sz="1200" b="1" dirty="0">
                <a:solidFill>
                  <a:srgbClr val="F7F6FB"/>
                </a:solidFill>
                <a:latin typeface="Noto Sans JP" pitchFamily="34" charset="0"/>
                <a:ea typeface="Noto Sans JP" pitchFamily="34" charset="-122"/>
                <a:cs typeface="Noto Sans JP" pitchFamily="34" charset="-120"/>
              </a:rPr>
              <a:t>1 構想</a:t>
            </a:r>
            <a:endParaRPr lang="en-US" sz="1200" dirty="0"/>
          </a:p>
        </p:txBody>
      </p:sp>
      <p:sp>
        <p:nvSpPr>
          <p:cNvPr id="18" name="Text 13"/>
          <p:cNvSpPr/>
          <p:nvPr/>
        </p:nvSpPr>
        <p:spPr>
          <a:xfrm>
            <a:off x="5903020" y="2790130"/>
            <a:ext cx="1757660" cy="340320"/>
          </a:xfrm>
          <a:prstGeom prst="roundRect">
            <a:avLst>
              <a:gd name="adj" fmla="val 18659"/>
            </a:avLst>
          </a:prstGeom>
          <a:solidFill>
            <a:srgbClr val="6A4BE0"/>
          </a:solidFill>
          <a:ln/>
        </p:spPr>
        <p:txBody>
          <a:bodyPr wrap="square" lIns="57601" tIns="44901" rIns="57601" bIns="19501" rtlCol="0" anchor="t">
            <a:normAutofit/>
          </a:bodyPr>
          <a:lstStyle/>
          <a:p>
            <a:pPr algn="ctr" indent="0" marL="0">
              <a:lnSpc>
                <a:spcPts val="1680"/>
              </a:lnSpc>
              <a:buNone/>
            </a:pPr>
            <a:r>
              <a:rPr lang="en-US" sz="1200" b="1" dirty="0">
                <a:solidFill>
                  <a:srgbClr val="F7F6FB"/>
                </a:solidFill>
                <a:latin typeface="Noto Sans JP" pitchFamily="34" charset="0"/>
                <a:ea typeface="Noto Sans JP" pitchFamily="34" charset="-122"/>
                <a:cs typeface="Noto Sans JP" pitchFamily="34" charset="-120"/>
              </a:rPr>
              <a:t>2 方向づけ</a:t>
            </a:r>
            <a:endParaRPr lang="en-US" sz="1200" dirty="0"/>
          </a:p>
        </p:txBody>
      </p:sp>
      <p:sp>
        <p:nvSpPr>
          <p:cNvPr id="19" name="Text 14"/>
          <p:cNvSpPr/>
          <p:nvPr/>
        </p:nvSpPr>
        <p:spPr>
          <a:xfrm>
            <a:off x="7762280" y="2790130"/>
            <a:ext cx="1757660" cy="340320"/>
          </a:xfrm>
          <a:prstGeom prst="roundRect">
            <a:avLst>
              <a:gd name="adj" fmla="val 18659"/>
            </a:avLst>
          </a:prstGeom>
          <a:solidFill>
            <a:srgbClr val="6A4BE0"/>
          </a:solidFill>
          <a:ln/>
        </p:spPr>
        <p:txBody>
          <a:bodyPr wrap="square" lIns="57601" tIns="44901" rIns="57601" bIns="19501" rtlCol="0" anchor="t">
            <a:normAutofit/>
          </a:bodyPr>
          <a:lstStyle/>
          <a:p>
            <a:pPr algn="ctr" indent="0" marL="0">
              <a:lnSpc>
                <a:spcPts val="1680"/>
              </a:lnSpc>
              <a:buNone/>
            </a:pPr>
            <a:r>
              <a:rPr lang="en-US" sz="1200" b="1" dirty="0">
                <a:solidFill>
                  <a:srgbClr val="F7F6FB"/>
                </a:solidFill>
                <a:latin typeface="Noto Sans JP" pitchFamily="34" charset="0"/>
                <a:ea typeface="Noto Sans JP" pitchFamily="34" charset="-122"/>
                <a:cs typeface="Noto Sans JP" pitchFamily="34" charset="-120"/>
              </a:rPr>
              <a:t>3 構築</a:t>
            </a:r>
            <a:endParaRPr lang="en-US" sz="1200" dirty="0"/>
          </a:p>
        </p:txBody>
      </p:sp>
      <p:sp>
        <p:nvSpPr>
          <p:cNvPr id="20" name="Text 15"/>
          <p:cNvSpPr/>
          <p:nvPr/>
        </p:nvSpPr>
        <p:spPr>
          <a:xfrm>
            <a:off x="9621540" y="2790130"/>
            <a:ext cx="1757660" cy="340320"/>
          </a:xfrm>
          <a:prstGeom prst="roundRect">
            <a:avLst>
              <a:gd name="adj" fmla="val 18659"/>
            </a:avLst>
          </a:prstGeom>
          <a:solidFill>
            <a:srgbClr val="2C2850"/>
          </a:solidFill>
          <a:ln/>
        </p:spPr>
        <p:txBody>
          <a:bodyPr wrap="square" lIns="57601" tIns="44901" rIns="57601" bIns="19501" rtlCol="0" anchor="t">
            <a:normAutofit/>
          </a:bodyPr>
          <a:lstStyle/>
          <a:p>
            <a:pPr algn="ctr" indent="0" marL="0">
              <a:lnSpc>
                <a:spcPts val="1680"/>
              </a:lnSpc>
              <a:buNone/>
            </a:pPr>
            <a:r>
              <a:rPr lang="en-US" sz="1200" dirty="0">
                <a:solidFill>
                  <a:srgbClr val="9C97B8"/>
                </a:solidFill>
                <a:latin typeface="Noto Sans JP" pitchFamily="34" charset="0"/>
                <a:ea typeface="Noto Sans JP" pitchFamily="34" charset="-122"/>
                <a:cs typeface="Noto Sans JP" pitchFamily="34" charset="-120"/>
              </a:rPr>
              <a:t>4 運用</a:t>
            </a:r>
            <a:endParaRPr lang="en-US" sz="1200" dirty="0"/>
          </a:p>
        </p:txBody>
      </p:sp>
      <p:sp>
        <p:nvSpPr>
          <p:cNvPr id="21" name="Text 16"/>
          <p:cNvSpPr/>
          <p:nvPr/>
        </p:nvSpPr>
        <p:spPr>
          <a:xfrm>
            <a:off x="2184400" y="3308251"/>
            <a:ext cx="9470644"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C97B8"/>
                </a:solidFill>
                <a:latin typeface="Noto Sans JP" pitchFamily="34" charset="0"/>
                <a:ea typeface="Noto Sans JP" pitchFamily="34" charset="-122"/>
                <a:cs typeface="Noto Sans JP" pitchFamily="34" charset="-120"/>
              </a:rPr>
              <a:t>紫＝この回（poc：試作の型）で通るフェーズ</a:t>
            </a:r>
            <a:endParaRPr lang="en-US" sz="1100" dirty="0"/>
          </a:p>
        </p:txBody>
      </p:sp>
      <p:sp>
        <p:nvSpPr>
          <p:cNvPr id="22" name="Shape 17"/>
          <p:cNvSpPr/>
          <p:nvPr/>
        </p:nvSpPr>
        <p:spPr>
          <a:xfrm>
            <a:off x="812800" y="3681611"/>
            <a:ext cx="10566400" cy="1500981"/>
          </a:xfrm>
          <a:prstGeom prst="roundRect">
            <a:avLst>
              <a:gd name="adj" fmla="val 5923"/>
            </a:avLst>
          </a:prstGeom>
          <a:solidFill>
            <a:srgbClr val="4A4766"/>
          </a:solidFill>
          <a:ln/>
        </p:spPr>
      </p:sp>
      <p:sp>
        <p:nvSpPr>
          <p:cNvPr id="23" name="Shape 18"/>
          <p:cNvSpPr/>
          <p:nvPr/>
        </p:nvSpPr>
        <p:spPr>
          <a:xfrm>
            <a:off x="812800" y="3681611"/>
            <a:ext cx="1397000" cy="365720"/>
          </a:xfrm>
          <a:custGeom>
            <a:avLst/>
            <a:gdLst/>
            <a:ahLst/>
            <a:cxnLst/>
            <a:rect l="l" t="t" r="r" b="b"/>
            <a:pathLst>
              <a:path w="1397000" h="365720">
                <a:moveTo>
                  <a:pt x="0" y="88900"/>
                </a:moveTo>
                <a:arcTo hR="88900" wR="88900" stAng="10800000" swAng="5400000"/>
                <a:lnTo>
                  <a:pt x="1397000" y="0"/>
                </a:lnTo>
                <a:lnTo>
                  <a:pt x="1397000" y="365720"/>
                </a:lnTo>
                <a:lnTo>
                  <a:pt x="0" y="365720"/>
                </a:lnTo>
                <a:close/>
              </a:path>
            </a:pathLst>
          </a:custGeom>
          <a:solidFill>
            <a:srgbClr val="2C2850"/>
          </a:solidFill>
          <a:ln/>
        </p:spPr>
      </p:sp>
      <p:sp>
        <p:nvSpPr>
          <p:cNvPr id="24" name="Text 19"/>
          <p:cNvSpPr/>
          <p:nvPr/>
        </p:nvSpPr>
        <p:spPr>
          <a:xfrm>
            <a:off x="2222500" y="3681611"/>
            <a:ext cx="4572000" cy="365720"/>
          </a:xfrm>
          <a:prstGeom prst="rect">
            <a:avLst/>
          </a:prstGeom>
          <a:solidFill>
            <a:srgbClr val="2C2850"/>
          </a:solidFill>
          <a:ln/>
        </p:spPr>
        <p:txBody>
          <a:bodyPr wrap="square" lIns="114300" tIns="76200" rIns="0" bIns="50800" rtlCol="0" anchor="t">
            <a:normAutofit/>
          </a:bodyPr>
          <a:lstStyle/>
          <a:p>
            <a:pPr algn="l" indent="0" marL="0">
              <a:lnSpc>
                <a:spcPts val="1680"/>
              </a:lnSpc>
              <a:buNone/>
            </a:pPr>
            <a:r>
              <a:rPr lang="en-US" sz="1200" b="1" dirty="0">
                <a:solidFill>
                  <a:srgbClr val="F7F6FB"/>
                </a:solidFill>
                <a:latin typeface="Noto Sans JP" pitchFamily="34" charset="0"/>
                <a:ea typeface="Noto Sans JP" pitchFamily="34" charset="-122"/>
                <a:cs typeface="Noto Sans JP" pitchFamily="34" charset="-120"/>
              </a:rPr>
              <a:t>Spec（STEP 6〜7）</a:t>
            </a:r>
            <a:endParaRPr lang="en-US" sz="1200" dirty="0"/>
          </a:p>
        </p:txBody>
      </p:sp>
      <p:sp>
        <p:nvSpPr>
          <p:cNvPr id="25" name="Text 20"/>
          <p:cNvSpPr/>
          <p:nvPr/>
        </p:nvSpPr>
        <p:spPr>
          <a:xfrm>
            <a:off x="6807200" y="3681611"/>
            <a:ext cx="4572000" cy="365720"/>
          </a:xfrm>
          <a:custGeom>
            <a:avLst/>
            <a:gdLst/>
            <a:ahLst/>
            <a:cxnLst/>
            <a:rect l="l" t="t" r="r" b="b"/>
            <a:pathLst>
              <a:path w="4572000" h="365720">
                <a:moveTo>
                  <a:pt x="4483100" y="0"/>
                </a:moveTo>
                <a:arcTo hR="88900" wR="88900" stAng="16200000" swAng="5400000"/>
                <a:lnTo>
                  <a:pt x="4572000" y="365720"/>
                </a:lnTo>
                <a:lnTo>
                  <a:pt x="0" y="365720"/>
                </a:lnTo>
                <a:lnTo>
                  <a:pt x="0" y="0"/>
                </a:lnTo>
                <a:close/>
              </a:path>
            </a:pathLst>
          </a:custGeom>
          <a:solidFill>
            <a:srgbClr val="2C2850"/>
          </a:solidFill>
          <a:ln/>
        </p:spPr>
        <p:txBody>
          <a:bodyPr wrap="square" lIns="114300" tIns="76200" rIns="0" bIns="50800" rtlCol="0" anchor="t">
            <a:normAutofit/>
          </a:bodyPr>
          <a:lstStyle/>
          <a:p>
            <a:pPr algn="l" indent="0" marL="0">
              <a:lnSpc>
                <a:spcPts val="1680"/>
              </a:lnSpc>
              <a:buNone/>
            </a:pPr>
            <a:r>
              <a:rPr lang="en-US" sz="1200" b="1" dirty="0">
                <a:solidFill>
                  <a:srgbClr val="B9A8FF"/>
                </a:solidFill>
                <a:latin typeface="Noto Sans JP" pitchFamily="34" charset="0"/>
                <a:ea typeface="Noto Sans JP" pitchFamily="34" charset="-122"/>
                <a:cs typeface="Noto Sans JP" pitchFamily="34" charset="-120"/>
              </a:rPr>
              <a:t>AI-DLC（STEP 10）</a:t>
            </a:r>
            <a:endParaRPr lang="en-US" sz="1200" dirty="0"/>
          </a:p>
        </p:txBody>
      </p:sp>
      <p:sp>
        <p:nvSpPr>
          <p:cNvPr id="26" name="Text 21"/>
          <p:cNvSpPr/>
          <p:nvPr/>
        </p:nvSpPr>
        <p:spPr>
          <a:xfrm>
            <a:off x="812800" y="4060031"/>
            <a:ext cx="1397000" cy="365720"/>
          </a:xfrm>
          <a:prstGeom prst="rect">
            <a:avLst/>
          </a:prstGeom>
          <a:solidFill>
            <a:srgbClr val="1E1B3A"/>
          </a:solidFill>
          <a:ln/>
        </p:spPr>
        <p:txBody>
          <a:bodyPr wrap="square" lIns="114300" tIns="76200" rIns="63500" bIns="50800" rtlCol="0" anchor="t">
            <a:normAutofit/>
          </a:bodyPr>
          <a:lstStyle/>
          <a:p>
            <a:pPr algn="l" indent="0" marL="0">
              <a:lnSpc>
                <a:spcPts val="1680"/>
              </a:lnSpc>
              <a:buNone/>
            </a:pPr>
            <a:r>
              <a:rPr lang="en-US" sz="1200" dirty="0">
                <a:solidFill>
                  <a:srgbClr val="B9A8FF"/>
                </a:solidFill>
                <a:latin typeface="Noto Sans JP" pitchFamily="34" charset="0"/>
                <a:ea typeface="Noto Sans JP" pitchFamily="34" charset="-122"/>
                <a:cs typeface="Noto Sans JP" pitchFamily="34" charset="-120"/>
              </a:rPr>
              <a:t>進行役</a:t>
            </a:r>
            <a:endParaRPr lang="en-US" sz="1200" dirty="0"/>
          </a:p>
        </p:txBody>
      </p:sp>
      <p:sp>
        <p:nvSpPr>
          <p:cNvPr id="27" name="Text 22"/>
          <p:cNvSpPr/>
          <p:nvPr/>
        </p:nvSpPr>
        <p:spPr>
          <a:xfrm>
            <a:off x="2222500" y="4060031"/>
            <a:ext cx="4572000" cy="365720"/>
          </a:xfrm>
          <a:prstGeom prst="rect">
            <a:avLst/>
          </a:prstGeom>
          <a:solidFill>
            <a:srgbClr val="1E1B3A"/>
          </a:solidFill>
          <a:ln/>
        </p:spPr>
        <p:txBody>
          <a:bodyPr wrap="square" lIns="114300" tIns="76200" rIns="0" bIns="50800" rtlCol="0" anchor="t">
            <a:normAutofit/>
          </a:bodyPr>
          <a:lstStyle/>
          <a:p>
            <a:pPr algn="l" indent="0" marL="0">
              <a:lnSpc>
                <a:spcPts val="1680"/>
              </a:lnSpc>
              <a:buNone/>
            </a:pPr>
            <a:r>
              <a:rPr lang="en-US" sz="1200" dirty="0">
                <a:solidFill>
                  <a:srgbClr val="F7F6FB"/>
                </a:solidFill>
                <a:latin typeface="Noto Sans JP" pitchFamily="34" charset="0"/>
                <a:ea typeface="Noto Sans JP" pitchFamily="34" charset="-122"/>
                <a:cs typeface="Noto Sans JP" pitchFamily="34" charset="-120"/>
              </a:rPr>
              <a:t>人が「次へ」を指示する</a:t>
            </a:r>
            <a:endParaRPr lang="en-US" sz="1200" dirty="0"/>
          </a:p>
        </p:txBody>
      </p:sp>
      <p:sp>
        <p:nvSpPr>
          <p:cNvPr id="28" name="Text 23"/>
          <p:cNvSpPr/>
          <p:nvPr/>
        </p:nvSpPr>
        <p:spPr>
          <a:xfrm>
            <a:off x="6807200" y="4060031"/>
            <a:ext cx="4572000" cy="365720"/>
          </a:xfrm>
          <a:prstGeom prst="rect">
            <a:avLst/>
          </a:prstGeom>
          <a:solidFill>
            <a:srgbClr val="1E1B3A"/>
          </a:solidFill>
          <a:ln/>
        </p:spPr>
        <p:txBody>
          <a:bodyPr wrap="square" lIns="114300" tIns="76200" rIns="0" bIns="50800" rtlCol="0" anchor="t">
            <a:normAutofit/>
          </a:bodyPr>
          <a:lstStyle/>
          <a:p>
            <a:pPr algn="l" indent="0" marL="0">
              <a:lnSpc>
                <a:spcPts val="1680"/>
              </a:lnSpc>
              <a:buNone/>
            </a:pPr>
            <a:r>
              <a:rPr lang="en-US" sz="1200" dirty="0">
                <a:solidFill>
                  <a:srgbClr val="F7F6FB"/>
                </a:solidFill>
                <a:latin typeface="Noto Sans JP" pitchFamily="34" charset="0"/>
                <a:ea typeface="Noto Sans JP" pitchFamily="34" charset="-122"/>
                <a:cs typeface="Noto Sans JP" pitchFamily="34" charset="-120"/>
              </a:rPr>
              <a:t>AI が質問し、承認を求めてくる</a:t>
            </a:r>
            <a:endParaRPr lang="en-US" sz="1200" dirty="0"/>
          </a:p>
        </p:txBody>
      </p:sp>
      <p:sp>
        <p:nvSpPr>
          <p:cNvPr id="29" name="Text 24"/>
          <p:cNvSpPr/>
          <p:nvPr/>
        </p:nvSpPr>
        <p:spPr>
          <a:xfrm>
            <a:off x="812800" y="4438452"/>
            <a:ext cx="1397000" cy="365720"/>
          </a:xfrm>
          <a:prstGeom prst="rect">
            <a:avLst/>
          </a:prstGeom>
          <a:solidFill>
            <a:srgbClr val="1E1B3A"/>
          </a:solidFill>
          <a:ln/>
        </p:spPr>
        <p:txBody>
          <a:bodyPr wrap="square" lIns="114300" tIns="76200" rIns="63500" bIns="50800" rtlCol="0" anchor="t">
            <a:normAutofit/>
          </a:bodyPr>
          <a:lstStyle/>
          <a:p>
            <a:pPr algn="l" indent="0" marL="0">
              <a:lnSpc>
                <a:spcPts val="1680"/>
              </a:lnSpc>
              <a:buNone/>
            </a:pPr>
            <a:r>
              <a:rPr lang="en-US" sz="1200" dirty="0">
                <a:solidFill>
                  <a:srgbClr val="B9A8FF"/>
                </a:solidFill>
                <a:latin typeface="Noto Sans JP" pitchFamily="34" charset="0"/>
                <a:ea typeface="Noto Sans JP" pitchFamily="34" charset="-122"/>
                <a:cs typeface="Noto Sans JP" pitchFamily="34" charset="-120"/>
              </a:rPr>
              <a:t>残るもの</a:t>
            </a:r>
            <a:endParaRPr lang="en-US" sz="1200" dirty="0"/>
          </a:p>
        </p:txBody>
      </p:sp>
      <p:sp>
        <p:nvSpPr>
          <p:cNvPr id="30" name="Text 25"/>
          <p:cNvSpPr/>
          <p:nvPr/>
        </p:nvSpPr>
        <p:spPr>
          <a:xfrm>
            <a:off x="2222500" y="4438452"/>
            <a:ext cx="4572000" cy="365720"/>
          </a:xfrm>
          <a:prstGeom prst="rect">
            <a:avLst/>
          </a:prstGeom>
          <a:solidFill>
            <a:srgbClr val="1E1B3A"/>
          </a:solidFill>
          <a:ln/>
        </p:spPr>
        <p:txBody>
          <a:bodyPr wrap="square" lIns="114300" tIns="76200" rIns="0" bIns="50800" rtlCol="0" anchor="t">
            <a:normAutofit/>
          </a:bodyPr>
          <a:lstStyle/>
          <a:p>
            <a:pPr algn="l" indent="0" marL="0">
              <a:lnSpc>
                <a:spcPts val="1680"/>
              </a:lnSpc>
              <a:buNone/>
            </a:pPr>
            <a:r>
              <a:rPr lang="en-US" sz="1200" dirty="0">
                <a:solidFill>
                  <a:srgbClr val="F7F6FB"/>
                </a:solidFill>
                <a:latin typeface="Noto Sans JP" pitchFamily="34" charset="0"/>
                <a:ea typeface="Noto Sans JP" pitchFamily="34" charset="-122"/>
                <a:cs typeface="Noto Sans JP" pitchFamily="34" charset="-120"/>
              </a:rPr>
              <a:t>要件・設計・タスクの3つの文書</a:t>
            </a:r>
            <a:endParaRPr lang="en-US" sz="1200" dirty="0"/>
          </a:p>
        </p:txBody>
      </p:sp>
      <p:sp>
        <p:nvSpPr>
          <p:cNvPr id="31" name="Text 26"/>
          <p:cNvSpPr/>
          <p:nvPr/>
        </p:nvSpPr>
        <p:spPr>
          <a:xfrm>
            <a:off x="6807200" y="4438452"/>
            <a:ext cx="4572000" cy="365720"/>
          </a:xfrm>
          <a:prstGeom prst="rect">
            <a:avLst/>
          </a:prstGeom>
          <a:solidFill>
            <a:srgbClr val="1E1B3A"/>
          </a:solidFill>
          <a:ln/>
        </p:spPr>
        <p:txBody>
          <a:bodyPr wrap="square" lIns="114300" tIns="76200" rIns="0" bIns="50800" rtlCol="0" anchor="t">
            <a:normAutofit/>
          </a:bodyPr>
          <a:lstStyle/>
          <a:p>
            <a:pPr algn="l" indent="0" marL="0">
              <a:lnSpc>
                <a:spcPts val="1680"/>
              </a:lnSpc>
              <a:buNone/>
            </a:pPr>
            <a:r>
              <a:rPr lang="en-US" sz="1200" dirty="0">
                <a:solidFill>
                  <a:srgbClr val="F7F6FB"/>
                </a:solidFill>
                <a:latin typeface="Noto Sans JP" pitchFamily="34" charset="0"/>
                <a:ea typeface="Noto Sans JP" pitchFamily="34" charset="-122"/>
                <a:cs typeface="Noto Sans JP" pitchFamily="34" charset="-120"/>
              </a:rPr>
              <a:t>段階ごとの文書と、質問・承認の記録</a:t>
            </a:r>
            <a:endParaRPr lang="en-US" sz="1200" dirty="0"/>
          </a:p>
        </p:txBody>
      </p:sp>
      <p:sp>
        <p:nvSpPr>
          <p:cNvPr id="32" name="Text 27"/>
          <p:cNvSpPr/>
          <p:nvPr/>
        </p:nvSpPr>
        <p:spPr>
          <a:xfrm>
            <a:off x="812800" y="4816872"/>
            <a:ext cx="1397000" cy="365720"/>
          </a:xfrm>
          <a:custGeom>
            <a:avLst/>
            <a:gdLst/>
            <a:ahLst/>
            <a:cxnLst/>
            <a:rect l="l" t="t" r="r" b="b"/>
            <a:pathLst>
              <a:path w="1397000" h="365720">
                <a:moveTo>
                  <a:pt x="88900" y="365720"/>
                </a:moveTo>
                <a:arcTo hR="88900" wR="88900" stAng="5400000" swAng="5400000"/>
                <a:lnTo>
                  <a:pt x="0" y="0"/>
                </a:lnTo>
                <a:lnTo>
                  <a:pt x="1397000" y="0"/>
                </a:lnTo>
                <a:lnTo>
                  <a:pt x="1397000" y="365720"/>
                </a:lnTo>
                <a:close/>
              </a:path>
            </a:pathLst>
          </a:custGeom>
          <a:solidFill>
            <a:srgbClr val="1E1B3A"/>
          </a:solidFill>
          <a:ln/>
        </p:spPr>
        <p:txBody>
          <a:bodyPr wrap="none" lIns="114300" tIns="76200" rIns="63500" bIns="50800" rtlCol="0" anchor="t">
            <a:normAutofit/>
          </a:bodyPr>
          <a:lstStyle/>
          <a:p>
            <a:pPr algn="l" indent="0" marL="0">
              <a:lnSpc>
                <a:spcPts val="1680"/>
              </a:lnSpc>
              <a:buNone/>
            </a:pPr>
            <a:r>
              <a:rPr lang="en-US" sz="1200" dirty="0">
                <a:solidFill>
                  <a:srgbClr val="B9A8FF"/>
                </a:solidFill>
                <a:latin typeface="Noto Sans JP" pitchFamily="34" charset="0"/>
                <a:ea typeface="Noto Sans JP" pitchFamily="34" charset="-122"/>
                <a:cs typeface="Noto Sans JP" pitchFamily="34" charset="-120"/>
              </a:rPr>
              <a:t>向いている仕事</a:t>
            </a:r>
            <a:endParaRPr lang="en-US" sz="1200" dirty="0"/>
          </a:p>
        </p:txBody>
      </p:sp>
      <p:sp>
        <p:nvSpPr>
          <p:cNvPr id="33" name="Text 28"/>
          <p:cNvSpPr/>
          <p:nvPr/>
        </p:nvSpPr>
        <p:spPr>
          <a:xfrm>
            <a:off x="2222500" y="4816872"/>
            <a:ext cx="4572000" cy="365720"/>
          </a:xfrm>
          <a:prstGeom prst="rect">
            <a:avLst/>
          </a:prstGeom>
          <a:solidFill>
            <a:srgbClr val="1E1B3A"/>
          </a:solidFill>
          <a:ln/>
        </p:spPr>
        <p:txBody>
          <a:bodyPr wrap="square" lIns="114300" tIns="76200" rIns="0" bIns="50800" rtlCol="0" anchor="t">
            <a:normAutofit/>
          </a:bodyPr>
          <a:lstStyle/>
          <a:p>
            <a:pPr algn="l" indent="0" marL="0">
              <a:lnSpc>
                <a:spcPts val="1680"/>
              </a:lnSpc>
              <a:buNone/>
            </a:pPr>
            <a:r>
              <a:rPr lang="en-US" sz="1200" dirty="0">
                <a:solidFill>
                  <a:srgbClr val="F7F6FB"/>
                </a:solidFill>
                <a:latin typeface="Noto Sans JP" pitchFamily="34" charset="0"/>
                <a:ea typeface="Noto Sans JP" pitchFamily="34" charset="-122"/>
                <a:cs typeface="Noto Sans JP" pitchFamily="34" charset="-120"/>
              </a:rPr>
              <a:t>小さな機能・ツール</a:t>
            </a:r>
            <a:endParaRPr lang="en-US" sz="1200" dirty="0"/>
          </a:p>
        </p:txBody>
      </p:sp>
      <p:sp>
        <p:nvSpPr>
          <p:cNvPr id="34" name="Text 29"/>
          <p:cNvSpPr/>
          <p:nvPr/>
        </p:nvSpPr>
        <p:spPr>
          <a:xfrm>
            <a:off x="6807200" y="4816872"/>
            <a:ext cx="4572000" cy="365720"/>
          </a:xfrm>
          <a:custGeom>
            <a:avLst/>
            <a:gdLst/>
            <a:ahLst/>
            <a:cxnLst/>
            <a:rect l="l" t="t" r="r" b="b"/>
            <a:pathLst>
              <a:path w="4572000" h="365720">
                <a:moveTo>
                  <a:pt x="4572000" y="276820"/>
                </a:moveTo>
                <a:arcTo hR="88900" wR="88900" stAng="0" swAng="5400000"/>
                <a:lnTo>
                  <a:pt x="0" y="365720"/>
                </a:lnTo>
                <a:lnTo>
                  <a:pt x="0" y="0"/>
                </a:lnTo>
                <a:lnTo>
                  <a:pt x="4572000" y="0"/>
                </a:lnTo>
                <a:close/>
              </a:path>
            </a:pathLst>
          </a:custGeom>
          <a:solidFill>
            <a:srgbClr val="1E1B3A"/>
          </a:solidFill>
          <a:ln/>
        </p:spPr>
        <p:txBody>
          <a:bodyPr wrap="square" lIns="114300" tIns="76200" rIns="0" bIns="50800" rtlCol="0" anchor="t">
            <a:normAutofit/>
          </a:bodyPr>
          <a:lstStyle/>
          <a:p>
            <a:pPr algn="l" indent="0" marL="0">
              <a:lnSpc>
                <a:spcPts val="1680"/>
              </a:lnSpc>
              <a:buNone/>
            </a:pPr>
            <a:r>
              <a:rPr lang="en-US" sz="1200" dirty="0">
                <a:solidFill>
                  <a:srgbClr val="F7F6FB"/>
                </a:solidFill>
                <a:latin typeface="Noto Sans JP" pitchFamily="34" charset="0"/>
                <a:ea typeface="Noto Sans JP" pitchFamily="34" charset="-122"/>
                <a:cs typeface="Noto Sans JP" pitchFamily="34" charset="-120"/>
              </a:rPr>
              <a:t>関係者が多い・記録を残したい開発</a:t>
            </a:r>
            <a:endParaRPr lang="en-US" sz="1200" dirty="0"/>
          </a:p>
        </p:txBody>
      </p:sp>
      <p:sp>
        <p:nvSpPr>
          <p:cNvPr id="35" name="Text 30"/>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C97B8"/>
                </a:solidFill>
                <a:latin typeface="Noto Sans JP" pitchFamily="34" charset="0"/>
                <a:ea typeface="Noto Sans JP" pitchFamily="34" charset="-122"/>
                <a:cs typeface="Noto Sans JP" pitchFamily="34" charset="-120"/>
              </a:rPr>
              <a:t>Kiro ハンズオン（公開版）</a:t>
            </a:r>
            <a:endParaRPr lang="en-US" sz="1200" dirty="0"/>
          </a:p>
        </p:txBody>
      </p:sp>
      <p:sp>
        <p:nvSpPr>
          <p:cNvPr id="36" name="Text 31"/>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C97B8"/>
                </a:solidFill>
                <a:latin typeface="Noto Sans JP" pitchFamily="34" charset="0"/>
                <a:ea typeface="Noto Sans JP" pitchFamily="34" charset="-122"/>
                <a:cs typeface="Noto Sans JP" pitchFamily="34" charset="-120"/>
              </a:rPr>
              <a:t>docs/10-aidlc-workflows.md</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1B3A"/>
        </a:solidFill>
      </p:bgPr>
    </p:bg>
    <p:spTree>
      <p:nvGrpSpPr>
        <p:cNvPr id="1" name=""/>
        <p:cNvGrpSpPr/>
        <p:nvPr/>
      </p:nvGrpSpPr>
      <p:grpSpPr>
        <a:xfrm>
          <a:off x="0" y="0"/>
          <a:ext cx="0" cy="0"/>
          <a:chOff x="0" y="0"/>
          <a:chExt cx="0" cy="0"/>
        </a:xfrm>
      </p:grpSpPr>
      <p:sp>
        <p:nvSpPr>
          <p:cNvPr id="2" name="Text 0"/>
          <p:cNvSpPr/>
          <p:nvPr/>
        </p:nvSpPr>
        <p:spPr>
          <a:xfrm>
            <a:off x="812800" y="776585"/>
            <a:ext cx="1267222" cy="307280"/>
          </a:xfrm>
          <a:custGeom>
            <a:avLst/>
            <a:gdLst/>
            <a:ahLst/>
            <a:cxnLst/>
            <a:rect l="l" t="t" r="r" b="b"/>
            <a:pathLst>
              <a:path w="1267222" h="307280">
                <a:moveTo>
                  <a:pt x="153640" y="0"/>
                </a:moveTo>
                <a:lnTo>
                  <a:pt x="1113582" y="0"/>
                </a:lnTo>
                <a:arcTo hR="153640" wR="153640" stAng="16200000" swAng="5400000"/>
                <a:lnTo>
                  <a:pt x="1267222" y="153640"/>
                </a:lnTo>
                <a:arcTo hR="153640" wR="153640" stAng="0" swAng="5400000"/>
                <a:lnTo>
                  <a:pt x="153640" y="307280"/>
                </a:lnTo>
                <a:arcTo hR="153640" wR="153640" stAng="5400000" swAng="5400000"/>
                <a:lnTo>
                  <a:pt x="0" y="153640"/>
                </a:lnTo>
                <a:arcTo hR="153640" wR="153640" stAng="10800000" swAng="5400000"/>
                <a:close/>
              </a:path>
            </a:pathLst>
          </a:custGeom>
          <a:solidFill>
            <a:srgbClr val="B9A8FF"/>
          </a:solidFill>
          <a:ln/>
        </p:spPr>
        <p:txBody>
          <a:bodyPr wrap="none" lIns="0" tIns="0" rIns="0" bIns="0" rtlCol="0" anchor="ctr">
            <a:normAutofit/>
          </a:bodyPr>
          <a:lstStyle/>
          <a:p>
            <a:pPr algn="ctr" indent="0" marL="0">
              <a:lnSpc>
                <a:spcPts val="1820"/>
              </a:lnSpc>
              <a:buNone/>
            </a:pPr>
            <a:r>
              <a:rPr lang="en-US" sz="1300" b="1" dirty="0">
                <a:solidFill>
                  <a:srgbClr val="1E1B3A"/>
                </a:solidFill>
                <a:latin typeface="Noto Sans JP" pitchFamily="34" charset="0"/>
                <a:ea typeface="Noto Sans JP" pitchFamily="34" charset="-122"/>
                <a:cs typeface="Noto Sans JP" pitchFamily="34" charset="-120"/>
              </a:rPr>
              <a:t>STEP 10 上級</a:t>
            </a:r>
            <a:endParaRPr lang="en-US" sz="1300" dirty="0"/>
          </a:p>
        </p:txBody>
      </p:sp>
      <p:sp>
        <p:nvSpPr>
          <p:cNvPr id="3" name="Text 1"/>
          <p:cNvSpPr/>
          <p:nvPr>
            <p:ph type="title"/>
          </p:nvPr>
        </p:nvSpPr>
        <p:spPr>
          <a:xfrm>
            <a:off x="2181622" y="711200"/>
            <a:ext cx="685014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7F6FB"/>
                </a:solidFill>
                <a:latin typeface="Noto Sans JP" pitchFamily="34" charset="0"/>
                <a:ea typeface="Noto Sans JP" pitchFamily="34" charset="-122"/>
                <a:cs typeface="Noto Sans JP" pitchFamily="34" charset="-120"/>
              </a:rPr>
              <a:t>AI-DLC を入れて、試作を1本通す</a:t>
            </a:r>
            <a:endParaRPr lang="en-US" sz="3000" dirty="0"/>
          </a:p>
        </p:txBody>
      </p:sp>
      <p:sp>
        <p:nvSpPr>
          <p:cNvPr id="4" name="Text 2"/>
          <p:cNvSpPr/>
          <p:nvPr/>
        </p:nvSpPr>
        <p:spPr>
          <a:xfrm>
            <a:off x="812800" y="135255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1</a:t>
            </a:r>
            <a:endParaRPr lang="en-US" sz="1200" dirty="0"/>
          </a:p>
        </p:txBody>
      </p:sp>
      <p:sp>
        <p:nvSpPr>
          <p:cNvPr id="5" name="Text 3"/>
          <p:cNvSpPr/>
          <p:nvPr/>
        </p:nvSpPr>
        <p:spPr>
          <a:xfrm>
            <a:off x="1143000" y="1355130"/>
            <a:ext cx="259937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7F6FB"/>
                </a:solidFill>
                <a:latin typeface="Noto Sans JP" pitchFamily="34" charset="0"/>
                <a:ea typeface="Noto Sans JP" pitchFamily="34" charset="-122"/>
                <a:cs typeface="Noto Sans JP" pitchFamily="34" charset="-120"/>
              </a:rPr>
              <a:t>入れて、Kiro 用に設定する</a:t>
            </a:r>
            <a:endParaRPr lang="en-US" sz="1400" dirty="0"/>
          </a:p>
        </p:txBody>
      </p:sp>
      <p:sp>
        <p:nvSpPr>
          <p:cNvPr id="6" name="Shape 4"/>
          <p:cNvSpPr/>
          <p:nvPr/>
        </p:nvSpPr>
        <p:spPr>
          <a:xfrm>
            <a:off x="812800" y="1708150"/>
            <a:ext cx="5156200" cy="304800"/>
          </a:xfrm>
          <a:custGeom>
            <a:avLst/>
            <a:gdLst/>
            <a:ahLst/>
            <a:cxnLst/>
            <a:rect l="l" t="t" r="r" b="b"/>
            <a:pathLst>
              <a:path w="5156200" h="304800">
                <a:moveTo>
                  <a:pt x="0" y="76200"/>
                </a:moveTo>
                <a:arcTo hR="76200" wR="76200" stAng="10800000" swAng="5400000"/>
                <a:lnTo>
                  <a:pt x="5080000" y="0"/>
                </a:lnTo>
                <a:arcTo hR="76200" wR="76200" stAng="16200000" swAng="5400000"/>
                <a:lnTo>
                  <a:pt x="5156200" y="304800"/>
                </a:lnTo>
                <a:lnTo>
                  <a:pt x="0" y="304800"/>
                </a:lnTo>
                <a:close/>
              </a:path>
            </a:pathLst>
          </a:custGeom>
          <a:solidFill>
            <a:srgbClr val="0B1A3B"/>
          </a:solidFill>
          <a:ln/>
        </p:spPr>
      </p:sp>
      <p:sp>
        <p:nvSpPr>
          <p:cNvPr id="7" name="Text 5"/>
          <p:cNvSpPr/>
          <p:nvPr/>
        </p:nvSpPr>
        <p:spPr>
          <a:xfrm>
            <a:off x="927100" y="1758950"/>
            <a:ext cx="887710" cy="203200"/>
          </a:xfrm>
          <a:custGeom>
            <a:avLst/>
            <a:gdLst/>
            <a:ahLst/>
            <a:cxnLst/>
            <a:rect l="l" t="t" r="r" b="b"/>
            <a:pathLst>
              <a:path w="887710" h="203200">
                <a:moveTo>
                  <a:pt x="101600" y="0"/>
                </a:moveTo>
                <a:lnTo>
                  <a:pt x="786110" y="0"/>
                </a:lnTo>
                <a:arcTo hR="101600" wR="101600" stAng="16200000" swAng="5400000"/>
                <a:lnTo>
                  <a:pt x="887710" y="101600"/>
                </a:lnTo>
                <a:arcTo hR="101600" wR="101600" stAng="0" swAng="5400000"/>
                <a:lnTo>
                  <a:pt x="101600" y="203200"/>
                </a:lnTo>
                <a:arcTo hR="101600" wR="101600" stAng="5400000" swAng="5400000"/>
                <a:lnTo>
                  <a:pt x="0" y="101600"/>
                </a:lnTo>
                <a:arcTo hR="101600" wR="101600" stAng="10800000" swAng="5400000"/>
                <a:close/>
              </a:path>
            </a:pathLst>
          </a:custGeom>
          <a:solidFill>
            <a:srgbClr val="FFFFFF"/>
          </a:solidFill>
          <a:ln/>
        </p:spPr>
        <p:txBody>
          <a:bodyPr wrap="none" lIns="0" tIns="0" rIns="0" bIns="0" rtlCol="0" anchor="ctr">
            <a:normAutofit/>
          </a:bodyPr>
          <a:lstStyle/>
          <a:p>
            <a:pPr algn="ctr" indent="0" marL="0">
              <a:lnSpc>
                <a:spcPts val="1400"/>
              </a:lnSpc>
              <a:buNone/>
            </a:pPr>
            <a:r>
              <a:rPr lang="en-US" sz="1000" b="1" dirty="0">
                <a:solidFill>
                  <a:srgbClr val="012456"/>
                </a:solidFill>
                <a:latin typeface="Noto Sans JP" pitchFamily="34" charset="0"/>
                <a:ea typeface="Noto Sans JP" pitchFamily="34" charset="-122"/>
                <a:cs typeface="Noto Sans JP" pitchFamily="34" charset="-120"/>
              </a:rPr>
              <a:t>PowerShell</a:t>
            </a:r>
            <a:endParaRPr lang="en-US" sz="1000" dirty="0"/>
          </a:p>
        </p:txBody>
      </p:sp>
      <p:sp>
        <p:nvSpPr>
          <p:cNvPr id="8" name="Text 6"/>
          <p:cNvSpPr/>
          <p:nvPr/>
        </p:nvSpPr>
        <p:spPr>
          <a:xfrm>
            <a:off x="1891010" y="1771650"/>
            <a:ext cx="3206174"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B8C7E6"/>
                </a:solidFill>
                <a:latin typeface="Noto Sans JP" pitchFamily="34" charset="0"/>
                <a:ea typeface="Noto Sans JP" pitchFamily="34" charset="-122"/>
                <a:cs typeface="Noto Sans JP" pitchFamily="34" charset="-120"/>
              </a:rPr>
              <a:t>Windows PowerShell</a:t>
            </a:r>
            <a:endParaRPr lang="en-US" sz="1000" dirty="0"/>
          </a:p>
        </p:txBody>
      </p:sp>
      <p:sp>
        <p:nvSpPr>
          <p:cNvPr id="9" name="Text 7"/>
          <p:cNvSpPr/>
          <p:nvPr/>
        </p:nvSpPr>
        <p:spPr>
          <a:xfrm>
            <a:off x="5156200" y="1762720"/>
            <a:ext cx="749300" cy="220960"/>
          </a:xfrm>
          <a:prstGeom prst="rect">
            <a:avLst/>
          </a:prstGeom>
          <a:noFill/>
          <a:ln/>
        </p:spPr>
        <p:txBody>
          <a:bodyPr wrap="none" lIns="0" tIns="0" rIns="0" bIns="0" rtlCol="0" anchor="t">
            <a:normAutofit/>
          </a:bodyPr>
          <a:lstStyle/>
          <a:p>
            <a:pPr algn="l" indent="0" marL="0">
              <a:lnSpc>
                <a:spcPts val="1540"/>
              </a:lnSpc>
              <a:buNone/>
            </a:pPr>
            <a:r>
              <a:rPr lang="en-US" sz="1100" dirty="0">
                <a:solidFill>
                  <a:srgbClr val="B8C7E6"/>
                </a:solidFill>
                <a:latin typeface="Noto Sans JP" pitchFamily="34" charset="0"/>
                <a:ea typeface="Noto Sans JP" pitchFamily="34" charset="-122"/>
                <a:cs typeface="Noto Sans JP" pitchFamily="34" charset="-120"/>
              </a:rPr>
              <a:t>─　□　×</a:t>
            </a:r>
            <a:endParaRPr lang="en-US" sz="1100" dirty="0"/>
          </a:p>
        </p:txBody>
      </p:sp>
      <p:sp>
        <p:nvSpPr>
          <p:cNvPr id="10" name="Text 8"/>
          <p:cNvSpPr/>
          <p:nvPr/>
        </p:nvSpPr>
        <p:spPr>
          <a:xfrm>
            <a:off x="812800" y="2012950"/>
            <a:ext cx="5156200" cy="807641"/>
          </a:xfrm>
          <a:custGeom>
            <a:avLst/>
            <a:gdLst/>
            <a:ahLst/>
            <a:cxnLst/>
            <a:rect l="l" t="t" r="r" b="b"/>
            <a:pathLst>
              <a:path w="5156200" h="807641">
                <a:moveTo>
                  <a:pt x="5156200" y="731441"/>
                </a:moveTo>
                <a:arcTo hR="76200" wR="76200" stAng="0" swAng="5400000"/>
                <a:lnTo>
                  <a:pt x="76200" y="807641"/>
                </a:lnTo>
                <a:arcTo hR="76200" wR="76200" stAng="5400000" swAng="5400000"/>
                <a:lnTo>
                  <a:pt x="0" y="0"/>
                </a:lnTo>
                <a:lnTo>
                  <a:pt x="5156200" y="0"/>
                </a:lnTo>
                <a:close/>
              </a:path>
            </a:pathLst>
          </a:custGeom>
          <a:solidFill>
            <a:srgbClr val="012456"/>
          </a:solidFill>
          <a:ln/>
        </p:spPr>
        <p:txBody>
          <a:bodyPr wrap="square" lIns="190500" tIns="139700" rIns="47244" bIns="114300" rtlCol="0" anchor="t">
            <a:normAutofit/>
          </a:bodyPr>
          <a:lstStyle/>
          <a:p>
            <a:pPr algn="l" indent="0" marL="0">
              <a:lnSpc>
                <a:spcPts val="2080"/>
              </a:lnSpc>
              <a:buNone/>
            </a:pPr>
            <a:r>
              <a:rPr lang="en-US" sz="1300" dirty="0">
                <a:solidFill>
                  <a:srgbClr val="FFFFFF"/>
                </a:solidFill>
                <a:latin typeface="JetBrains Mono" pitchFamily="49" charset="0"/>
                <a:ea typeface="JetBrains Mono" pitchFamily="49" charset="-122"/>
                <a:cs typeface="JetBrains Mono" pitchFamily="49" charset="-120"/>
              </a:rPr>
              <a:t>PS&gt; aidlc version</a:t>
            </a:r>
            <a:endParaRPr lang="en-US" sz="1300" dirty="0"/>
          </a:p>
          <a:p>
            <a:pPr algn="l" indent="0" marL="0">
              <a:lnSpc>
                <a:spcPts val="2080"/>
              </a:lnSpc>
              <a:buNone/>
            </a:pPr>
            <a:r>
              <a:rPr lang="en-US" sz="1300" dirty="0">
                <a:solidFill>
                  <a:srgbClr val="FFFFFF"/>
                </a:solidFill>
                <a:latin typeface="JetBrains Mono" pitchFamily="49" charset="0"/>
                <a:ea typeface="JetBrains Mono" pitchFamily="49" charset="-122"/>
                <a:cs typeface="JetBrains Mono" pitchFamily="49" charset="-120"/>
              </a:rPr>
              <a:t>PS&gt; aidlc config --harness kiro-ide</a:t>
            </a:r>
            <a:endParaRPr lang="en-US" sz="1300" dirty="0"/>
          </a:p>
        </p:txBody>
      </p:sp>
      <p:sp>
        <p:nvSpPr>
          <p:cNvPr id="11" name="Text 9"/>
          <p:cNvSpPr/>
          <p:nvPr/>
        </p:nvSpPr>
        <p:spPr>
          <a:xfrm>
            <a:off x="812800" y="2922191"/>
            <a:ext cx="53108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4F0"/>
                </a:solidFill>
                <a:latin typeface="Noto Sans JP" pitchFamily="34" charset="0"/>
                <a:ea typeface="Noto Sans JP" pitchFamily="34" charset="-122"/>
                <a:cs typeface="Noto Sans JP" pitchFamily="34" charset="-120"/>
              </a:rPr>
              <a:t>インストール中は Kiro を閉じておく。詳しい手順は手順書を参照</a:t>
            </a:r>
            <a:endParaRPr lang="en-US" sz="1200" dirty="0"/>
          </a:p>
        </p:txBody>
      </p:sp>
      <p:sp>
        <p:nvSpPr>
          <p:cNvPr id="12" name="Text 10"/>
          <p:cNvSpPr/>
          <p:nvPr/>
        </p:nvSpPr>
        <p:spPr>
          <a:xfrm>
            <a:off x="6223000" y="135255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FFB27A"/>
          </a:solidFill>
          <a:ln/>
        </p:spPr>
        <p:txBody>
          <a:bodyPr wrap="square" lIns="0" tIns="0" rIns="0" bIns="0" rtlCol="0" anchor="t">
            <a:normAutofit/>
          </a:bodyPr>
          <a:lstStyle/>
          <a:p>
            <a:pPr algn="ctr" indent="0" marL="0">
              <a:lnSpc>
                <a:spcPts val="2004"/>
              </a:lnSpc>
              <a:buNone/>
            </a:pPr>
            <a:r>
              <a:rPr lang="en-US" sz="1200" b="1" dirty="0">
                <a:solidFill>
                  <a:srgbClr val="1E1B3A"/>
                </a:solidFill>
                <a:latin typeface="Noto Sans JP" pitchFamily="34" charset="0"/>
                <a:ea typeface="Noto Sans JP" pitchFamily="34" charset="-122"/>
                <a:cs typeface="Noto Sans JP" pitchFamily="34" charset="-120"/>
              </a:rPr>
              <a:t>2</a:t>
            </a:r>
            <a:endParaRPr lang="en-US" sz="1200" dirty="0"/>
          </a:p>
        </p:txBody>
      </p:sp>
      <p:sp>
        <p:nvSpPr>
          <p:cNvPr id="13" name="Text 11"/>
          <p:cNvSpPr/>
          <p:nvPr/>
        </p:nvSpPr>
        <p:spPr>
          <a:xfrm>
            <a:off x="6553200" y="1355130"/>
            <a:ext cx="133623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7F6FB"/>
                </a:solidFill>
                <a:latin typeface="Noto Sans JP" pitchFamily="34" charset="0"/>
                <a:ea typeface="Noto Sans JP" pitchFamily="34" charset="-122"/>
                <a:cs typeface="Noto Sans JP" pitchFamily="34" charset="-120"/>
              </a:rPr>
              <a:t>Kiro で始める</a:t>
            </a:r>
            <a:endParaRPr lang="en-US" sz="1400" dirty="0"/>
          </a:p>
        </p:txBody>
      </p:sp>
      <p:sp>
        <p:nvSpPr>
          <p:cNvPr id="14" name="Shape 12"/>
          <p:cNvSpPr/>
          <p:nvPr/>
        </p:nvSpPr>
        <p:spPr>
          <a:xfrm>
            <a:off x="6232525" y="1717675"/>
            <a:ext cx="5137150" cy="1027311"/>
          </a:xfrm>
          <a:prstGeom prst="roundRect">
            <a:avLst>
              <a:gd name="adj" fmla="val 8963"/>
            </a:avLst>
          </a:prstGeom>
          <a:solidFill>
            <a:srgbClr val="F7F6FB"/>
          </a:solidFill>
          <a:ln w="19050">
            <a:solidFill>
              <a:srgbClr val="B9A8FF"/>
            </a:solidFill>
            <a:prstDash val="solid"/>
          </a:ln>
        </p:spPr>
      </p:sp>
      <p:sp>
        <p:nvSpPr>
          <p:cNvPr id="15" name="Text 13"/>
          <p:cNvSpPr/>
          <p:nvPr/>
        </p:nvSpPr>
        <p:spPr>
          <a:xfrm>
            <a:off x="6419850" y="1854200"/>
            <a:ext cx="1479947" cy="203200"/>
          </a:xfrm>
          <a:custGeom>
            <a:avLst/>
            <a:gdLst/>
            <a:ahLst/>
            <a:cxnLst/>
            <a:rect l="l" t="t" r="r" b="b"/>
            <a:pathLst>
              <a:path w="1479947" h="203200">
                <a:moveTo>
                  <a:pt x="101600" y="0"/>
                </a:moveTo>
                <a:lnTo>
                  <a:pt x="1378347" y="0"/>
                </a:lnTo>
                <a:arcTo hR="101600" wR="101600" stAng="16200000" swAng="5400000"/>
                <a:lnTo>
                  <a:pt x="1479947" y="101600"/>
                </a:lnTo>
                <a:arcTo hR="101600" wR="101600" stAng="0" swAng="5400000"/>
                <a:lnTo>
                  <a:pt x="101600" y="203200"/>
                </a:lnTo>
                <a:arcTo hR="101600" wR="101600" stAng="5400000" swAng="5400000"/>
                <a:lnTo>
                  <a:pt x="0" y="101600"/>
                </a:lnTo>
                <a:arcTo hR="101600" wR="101600" stAng="10800000" swAng="5400000"/>
                <a:close/>
              </a:path>
            </a:pathLst>
          </a:custGeom>
          <a:solidFill>
            <a:srgbClr val="6A4BE0"/>
          </a:solidFill>
          <a:ln/>
        </p:spPr>
        <p:txBody>
          <a:bodyPr wrap="none" lIns="0" tIns="0" rIns="0" bIns="0" rtlCol="0" anchor="ctr">
            <a:normAutofit/>
          </a:bodyPr>
          <a:lstStyle/>
          <a:p>
            <a:pPr algn="ctr" indent="0" marL="0">
              <a:lnSpc>
                <a:spcPts val="1400"/>
              </a:lnSpc>
              <a:buNone/>
            </a:pPr>
            <a:r>
              <a:rPr lang="en-US" sz="1000" b="1" dirty="0">
                <a:solidFill>
                  <a:srgbClr val="FFFFFF"/>
                </a:solidFill>
                <a:latin typeface="Noto Sans JP" pitchFamily="34" charset="0"/>
                <a:ea typeface="Noto Sans JP" pitchFamily="34" charset="-122"/>
                <a:cs typeface="Noto Sans JP" pitchFamily="34" charset="-120"/>
              </a:rPr>
              <a:t>Kiro のチャットに入力</a:t>
            </a:r>
            <a:endParaRPr lang="en-US" sz="1000" dirty="0"/>
          </a:p>
        </p:txBody>
      </p:sp>
      <p:sp>
        <p:nvSpPr>
          <p:cNvPr id="16" name="Text 14"/>
          <p:cNvSpPr/>
          <p:nvPr/>
        </p:nvSpPr>
        <p:spPr>
          <a:xfrm>
            <a:off x="6419850" y="2120900"/>
            <a:ext cx="4905375" cy="51296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E1B3A"/>
                </a:solidFill>
                <a:latin typeface="JetBrains Mono" pitchFamily="49" charset="0"/>
                <a:ea typeface="JetBrains Mono" pitchFamily="49" charset="-122"/>
                <a:cs typeface="JetBrains Mono" pitchFamily="49" charset="-120"/>
              </a:rPr>
              <a:t>/aidlc poc --learnings off</a:t>
            </a:r>
            <a:endParaRPr lang="en-US" sz="1200" dirty="0"/>
          </a:p>
          <a:p>
            <a:pPr algn="l" indent="0" marL="0">
              <a:lnSpc>
                <a:spcPts val="1920"/>
              </a:lnSpc>
              <a:buNone/>
            </a:pPr>
            <a:r>
              <a:rPr lang="en-US" sz="1200" dirty="0">
                <a:solidFill>
                  <a:srgbClr val="1E1B3A"/>
                </a:solidFill>
                <a:latin typeface="JetBrains Mono" pitchFamily="49" charset="0"/>
                <a:ea typeface="JetBrains Mono" pitchFamily="49" charset="-122"/>
                <a:cs typeface="JetBrains Mono" pitchFamily="49" charset="-120"/>
              </a:rPr>
              <a:t>./vision.md と ./technical-environment.md を読んで…</a:t>
            </a:r>
            <a:endParaRPr lang="en-US" sz="1200" dirty="0"/>
          </a:p>
        </p:txBody>
      </p:sp>
      <p:sp>
        <p:nvSpPr>
          <p:cNvPr id="17" name="Text 15"/>
          <p:cNvSpPr/>
          <p:nvPr/>
        </p:nvSpPr>
        <p:spPr>
          <a:xfrm>
            <a:off x="6223000" y="2856111"/>
            <a:ext cx="53108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4F0"/>
                </a:solidFill>
                <a:latin typeface="Noto Sans JP" pitchFamily="34" charset="0"/>
                <a:ea typeface="Noto Sans JP" pitchFamily="34" charset="-122"/>
                <a:cs typeface="Noto Sans JP" pitchFamily="34" charset="-120"/>
              </a:rPr>
              <a:t>エージェントは aidlc、モデルは Claude Opus を選ぶ</a:t>
            </a:r>
            <a:endParaRPr lang="en-US" sz="1200" dirty="0"/>
          </a:p>
        </p:txBody>
      </p:sp>
      <p:sp>
        <p:nvSpPr>
          <p:cNvPr id="18" name="Shape 16"/>
          <p:cNvSpPr/>
          <p:nvPr/>
        </p:nvSpPr>
        <p:spPr>
          <a:xfrm>
            <a:off x="812800" y="3338711"/>
            <a:ext cx="5207000" cy="655241"/>
          </a:xfrm>
          <a:prstGeom prst="roundRect">
            <a:avLst>
              <a:gd name="adj" fmla="val 13568"/>
            </a:avLst>
          </a:prstGeom>
          <a:solidFill>
            <a:srgbClr val="2C2850"/>
          </a:solidFill>
          <a:ln/>
        </p:spPr>
      </p:sp>
      <p:pic>
        <p:nvPicPr>
          <p:cNvPr id="19" name="Image 0" descr="Warning">    </p:cNvPr>
          <p:cNvPicPr>
            <a:picLocks noChangeAspect="1"/>
          </p:cNvPicPr>
          <p:nvPr/>
        </p:nvPicPr>
        <p:blipFill>
          <a:blip r:embed="rId1"/>
          <a:srcRect l="0" r="0" t="0" b="0"/>
          <a:stretch/>
        </p:blipFill>
        <p:spPr>
          <a:xfrm>
            <a:off x="965200" y="3552031"/>
            <a:ext cx="228600" cy="228600"/>
          </a:xfrm>
          <a:prstGeom prst="rect">
            <a:avLst/>
          </a:prstGeom>
        </p:spPr>
      </p:pic>
      <p:sp>
        <p:nvSpPr>
          <p:cNvPr id="20" name="Text 17"/>
          <p:cNvSpPr/>
          <p:nvPr/>
        </p:nvSpPr>
        <p:spPr>
          <a:xfrm>
            <a:off x="1282700" y="3453011"/>
            <a:ext cx="472224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B"/>
                </a:solidFill>
                <a:latin typeface="Noto Sans JP" pitchFamily="34" charset="0"/>
                <a:ea typeface="Noto Sans JP" pitchFamily="34" charset="-122"/>
                <a:cs typeface="Noto Sans JP" pitchFamily="34" charset="-120"/>
              </a:rPr>
              <a:t>型は必ず </a:t>
            </a:r>
            <a:r>
              <a:rPr lang="en-US" sz="1200" b="1" dirty="0">
                <a:solidFill>
                  <a:srgbClr val="FFB27A"/>
                </a:solidFill>
                <a:latin typeface="Noto Sans JP" pitchFamily="34" charset="0"/>
                <a:ea typeface="Noto Sans JP" pitchFamily="34" charset="-122"/>
                <a:cs typeface="Noto Sans JP" pitchFamily="34" charset="-120"/>
              </a:rPr>
              <a:t>poc</a:t>
            </a:r>
            <a:r>
              <a:rPr lang="en-US" sz="1200" dirty="0">
                <a:solidFill>
                  <a:srgbClr val="F7F6FB"/>
                </a:solidFill>
                <a:latin typeface="Noto Sans JP" pitchFamily="34" charset="0"/>
                <a:ea typeface="Noto Sans JP" pitchFamily="34" charset="-122"/>
                <a:cs typeface="Noto Sans JP" pitchFamily="34" charset="-120"/>
              </a:rPr>
              <a:t>（試作）。</a:t>
            </a:r>
            <a:endParaRPr lang="en-US" sz="1200" dirty="0"/>
          </a:p>
          <a:p>
            <a:pPr algn="l" indent="0" marL="0">
              <a:lnSpc>
                <a:spcPts val="1680"/>
              </a:lnSpc>
              <a:buNone/>
            </a:pPr>
            <a:r>
              <a:rPr lang="en-US" sz="1200" dirty="0">
                <a:solidFill>
                  <a:srgbClr val="F7F6FB"/>
                </a:solidFill>
                <a:latin typeface="Noto Sans JP" pitchFamily="34" charset="0"/>
                <a:ea typeface="Noto Sans JP" pitchFamily="34" charset="-122"/>
                <a:cs typeface="Noto Sans JP" pitchFamily="34" charset="-120"/>
              </a:rPr>
              <a:t>指定しないと時間とクレジットを大きく使う</a:t>
            </a:r>
            <a:endParaRPr lang="en-US" sz="1200" dirty="0"/>
          </a:p>
        </p:txBody>
      </p:sp>
      <p:sp>
        <p:nvSpPr>
          <p:cNvPr id="21" name="Shape 18"/>
          <p:cNvSpPr/>
          <p:nvPr/>
        </p:nvSpPr>
        <p:spPr>
          <a:xfrm>
            <a:off x="6172200" y="3338711"/>
            <a:ext cx="5207000" cy="655241"/>
          </a:xfrm>
          <a:prstGeom prst="roundRect">
            <a:avLst>
              <a:gd name="adj" fmla="val 13568"/>
            </a:avLst>
          </a:prstGeom>
          <a:solidFill>
            <a:srgbClr val="2C2850"/>
          </a:solidFill>
          <a:ln/>
        </p:spPr>
      </p:sp>
      <p:pic>
        <p:nvPicPr>
          <p:cNvPr id="22" name="Image 1" descr="Key">    </p:cNvPr>
          <p:cNvPicPr>
            <a:picLocks noChangeAspect="1"/>
          </p:cNvPicPr>
          <p:nvPr/>
        </p:nvPicPr>
        <p:blipFill>
          <a:blip r:embed="rId2"/>
          <a:srcRect l="0" r="0" t="0" b="0"/>
          <a:stretch/>
        </p:blipFill>
        <p:spPr>
          <a:xfrm>
            <a:off x="6324600" y="3552031"/>
            <a:ext cx="228600" cy="228600"/>
          </a:xfrm>
          <a:prstGeom prst="rect">
            <a:avLst/>
          </a:prstGeom>
        </p:spPr>
      </p:pic>
      <p:sp>
        <p:nvSpPr>
          <p:cNvPr id="23" name="Text 19"/>
          <p:cNvSpPr/>
          <p:nvPr/>
        </p:nvSpPr>
        <p:spPr>
          <a:xfrm>
            <a:off x="6642100" y="3453011"/>
            <a:ext cx="472224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B"/>
                </a:solidFill>
                <a:latin typeface="Noto Sans JP" pitchFamily="34" charset="0"/>
                <a:ea typeface="Noto Sans JP" pitchFamily="34" charset="-122"/>
                <a:cs typeface="Noto Sans JP" pitchFamily="34" charset="-120"/>
              </a:rPr>
              <a:t>有料プランが必要。</a:t>
            </a:r>
            <a:endParaRPr lang="en-US" sz="1200" dirty="0"/>
          </a:p>
          <a:p>
            <a:pPr algn="l" indent="0" marL="0">
              <a:lnSpc>
                <a:spcPts val="1680"/>
              </a:lnSpc>
              <a:buNone/>
            </a:pPr>
            <a:r>
              <a:rPr lang="en-US" sz="1200" dirty="0">
                <a:solidFill>
                  <a:srgbClr val="F7F6FB"/>
                </a:solidFill>
                <a:latin typeface="Noto Sans JP" pitchFamily="34" charset="0"/>
                <a:ea typeface="Noto Sans JP" pitchFamily="34" charset="-122"/>
                <a:cs typeface="Noto Sans JP" pitchFamily="34" charset="-120"/>
              </a:rPr>
              <a:t>終わったらモデルを Auto に戻す</a:t>
            </a:r>
            <a:endParaRPr lang="en-US" sz="1200" dirty="0"/>
          </a:p>
        </p:txBody>
      </p:sp>
      <p:sp>
        <p:nvSpPr>
          <p:cNvPr id="24" name="Text 20"/>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C97B8"/>
                </a:solidFill>
                <a:latin typeface="Noto Sans JP" pitchFamily="34" charset="0"/>
                <a:ea typeface="Noto Sans JP" pitchFamily="34" charset="-122"/>
                <a:cs typeface="Noto Sans JP" pitchFamily="34" charset="-120"/>
              </a:rPr>
              <a:t>Kiro ハンズオン（公開版）</a:t>
            </a:r>
            <a:endParaRPr lang="en-US" sz="1200" dirty="0"/>
          </a:p>
        </p:txBody>
      </p:sp>
      <p:sp>
        <p:nvSpPr>
          <p:cNvPr id="25" name="Text 21"/>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C97B8"/>
                </a:solidFill>
                <a:latin typeface="Noto Sans JP" pitchFamily="34" charset="0"/>
                <a:ea typeface="Noto Sans JP" pitchFamily="34" charset="-122"/>
                <a:cs typeface="Noto Sans JP" pitchFamily="34" charset="-120"/>
              </a:rPr>
              <a:t>docs/10-aidlc-workflows.md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6FB"/>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E1B3A"/>
                </a:solidFill>
                <a:latin typeface="Noto Sans JP" pitchFamily="34" charset="0"/>
                <a:ea typeface="Noto Sans JP" pitchFamily="34" charset="-122"/>
                <a:cs typeface="Noto Sans JP" pitchFamily="34" charset="-120"/>
              </a:rPr>
              <a:t>困ったときの3ステップ</a:t>
            </a:r>
            <a:endParaRPr lang="en-US" sz="3000" dirty="0"/>
          </a:p>
        </p:txBody>
      </p:sp>
      <p:sp>
        <p:nvSpPr>
          <p:cNvPr id="3" name="Shape 1"/>
          <p:cNvSpPr/>
          <p:nvPr/>
        </p:nvSpPr>
        <p:spPr>
          <a:xfrm>
            <a:off x="812800" y="1510010"/>
            <a:ext cx="3048000" cy="1681361"/>
          </a:xfrm>
          <a:prstGeom prst="roundRect">
            <a:avLst>
              <a:gd name="adj" fmla="val 7553"/>
            </a:avLst>
          </a:prstGeom>
          <a:solidFill>
            <a:srgbClr val="FFFFFF"/>
          </a:solidFill>
          <a:ln/>
        </p:spPr>
      </p:sp>
      <p:sp>
        <p:nvSpPr>
          <p:cNvPr id="4" name="Text 2"/>
          <p:cNvSpPr/>
          <p:nvPr/>
        </p:nvSpPr>
        <p:spPr>
          <a:xfrm>
            <a:off x="1066800" y="1764010"/>
            <a:ext cx="26162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6A4BE0"/>
                </a:solidFill>
                <a:latin typeface="Noto Sans JP" pitchFamily="34" charset="0"/>
                <a:ea typeface="Noto Sans JP" pitchFamily="34" charset="-122"/>
                <a:cs typeface="Noto Sans JP" pitchFamily="34" charset="-120"/>
              </a:rPr>
              <a:t>1</a:t>
            </a:r>
            <a:endParaRPr lang="en-US" sz="2800" dirty="0"/>
          </a:p>
        </p:txBody>
      </p:sp>
      <p:sp>
        <p:nvSpPr>
          <p:cNvPr id="5" name="Text 3"/>
          <p:cNvSpPr/>
          <p:nvPr/>
        </p:nvSpPr>
        <p:spPr>
          <a:xfrm>
            <a:off x="1066800" y="2363391"/>
            <a:ext cx="261620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1B3A"/>
                </a:solidFill>
                <a:latin typeface="Noto Sans JP" pitchFamily="34" charset="0"/>
                <a:ea typeface="Noto Sans JP" pitchFamily="34" charset="-122"/>
                <a:cs typeface="Noto Sans JP" pitchFamily="34" charset="-120"/>
              </a:rPr>
              <a:t>困ったとき集を探す</a:t>
            </a:r>
            <a:endParaRPr lang="en-US" sz="1700" dirty="0"/>
          </a:p>
        </p:txBody>
      </p:sp>
      <p:sp>
        <p:nvSpPr>
          <p:cNvPr id="6" name="Text 4"/>
          <p:cNvSpPr/>
          <p:nvPr/>
        </p:nvSpPr>
        <p:spPr>
          <a:xfrm>
            <a:off x="1066800" y="2724051"/>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0"/>
                </a:solidFill>
                <a:latin typeface="JetBrains Mono" pitchFamily="49" charset="0"/>
                <a:ea typeface="JetBrains Mono" pitchFamily="49" charset="-122"/>
                <a:cs typeface="JetBrains Mono" pitchFamily="49" charset="-120"/>
              </a:rPr>
              <a:t>docs/troubleshooting.md</a:t>
            </a:r>
            <a:endParaRPr lang="en-US" sz="1200" dirty="0"/>
          </a:p>
        </p:txBody>
      </p:sp>
      <p:pic>
        <p:nvPicPr>
          <p:cNvPr id="7" name="Image 0" descr="arrow-right">    </p:cNvPr>
          <p:cNvPicPr>
            <a:picLocks noChangeAspect="1"/>
          </p:cNvPicPr>
          <p:nvPr/>
        </p:nvPicPr>
        <p:blipFill>
          <a:blip r:embed="rId1"/>
          <a:srcRect l="0" r="0" t="0" b="0"/>
          <a:stretch/>
        </p:blipFill>
        <p:spPr>
          <a:xfrm>
            <a:off x="4013200" y="2236391"/>
            <a:ext cx="406400" cy="228600"/>
          </a:xfrm>
          <a:prstGeom prst="rect">
            <a:avLst/>
          </a:prstGeom>
        </p:spPr>
      </p:pic>
      <p:sp>
        <p:nvSpPr>
          <p:cNvPr id="8" name="Shape 5"/>
          <p:cNvSpPr/>
          <p:nvPr/>
        </p:nvSpPr>
        <p:spPr>
          <a:xfrm>
            <a:off x="4572000" y="1403350"/>
            <a:ext cx="3048000" cy="1894681"/>
          </a:xfrm>
          <a:prstGeom prst="roundRect">
            <a:avLst>
              <a:gd name="adj" fmla="val 6703"/>
            </a:avLst>
          </a:prstGeom>
          <a:solidFill>
            <a:srgbClr val="FFFFFF"/>
          </a:solidFill>
          <a:ln/>
        </p:spPr>
      </p:sp>
      <p:sp>
        <p:nvSpPr>
          <p:cNvPr id="9" name="Text 6"/>
          <p:cNvSpPr/>
          <p:nvPr/>
        </p:nvSpPr>
        <p:spPr>
          <a:xfrm>
            <a:off x="4826000" y="1657350"/>
            <a:ext cx="26162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6A4BE0"/>
                </a:solidFill>
                <a:latin typeface="Noto Sans JP" pitchFamily="34" charset="0"/>
                <a:ea typeface="Noto Sans JP" pitchFamily="34" charset="-122"/>
                <a:cs typeface="Noto Sans JP" pitchFamily="34" charset="-120"/>
              </a:rPr>
              <a:t>2</a:t>
            </a:r>
            <a:endParaRPr lang="en-US" sz="2800" dirty="0"/>
          </a:p>
        </p:txBody>
      </p:sp>
      <p:sp>
        <p:nvSpPr>
          <p:cNvPr id="10" name="Text 7"/>
          <p:cNvSpPr/>
          <p:nvPr/>
        </p:nvSpPr>
        <p:spPr>
          <a:xfrm>
            <a:off x="4826000" y="2256730"/>
            <a:ext cx="261620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1B3A"/>
                </a:solidFill>
                <a:latin typeface="Noto Sans JP" pitchFamily="34" charset="0"/>
                <a:ea typeface="Noto Sans JP" pitchFamily="34" charset="-122"/>
                <a:cs typeface="Noto Sans JP" pitchFamily="34" charset="-120"/>
              </a:rPr>
              <a:t>Kiro に聞く</a:t>
            </a:r>
            <a:endParaRPr lang="en-US" sz="1700" dirty="0"/>
          </a:p>
        </p:txBody>
      </p:sp>
      <p:sp>
        <p:nvSpPr>
          <p:cNvPr id="11" name="Text 8"/>
          <p:cNvSpPr/>
          <p:nvPr/>
        </p:nvSpPr>
        <p:spPr>
          <a:xfrm>
            <a:off x="4826000" y="2617391"/>
            <a:ext cx="2616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画面のメッセージを貼って</a:t>
            </a:r>
            <a:endParaRPr lang="en-US" sz="1200" dirty="0"/>
          </a:p>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「どういう意味？」</a:t>
            </a:r>
            <a:endParaRPr lang="en-US" sz="1200" dirty="0"/>
          </a:p>
        </p:txBody>
      </p:sp>
      <p:pic>
        <p:nvPicPr>
          <p:cNvPr id="12" name="Image 1" descr="arrow-right">    </p:cNvPr>
          <p:cNvPicPr>
            <a:picLocks noChangeAspect="1"/>
          </p:cNvPicPr>
          <p:nvPr/>
        </p:nvPicPr>
        <p:blipFill>
          <a:blip r:embed="rId2"/>
          <a:srcRect l="0" r="0" t="0" b="0"/>
          <a:stretch/>
        </p:blipFill>
        <p:spPr>
          <a:xfrm>
            <a:off x="7772400" y="2236391"/>
            <a:ext cx="406400" cy="228600"/>
          </a:xfrm>
          <a:prstGeom prst="rect">
            <a:avLst/>
          </a:prstGeom>
        </p:spPr>
      </p:pic>
      <p:sp>
        <p:nvSpPr>
          <p:cNvPr id="13" name="Shape 9"/>
          <p:cNvSpPr/>
          <p:nvPr/>
        </p:nvSpPr>
        <p:spPr>
          <a:xfrm>
            <a:off x="8331200" y="1403350"/>
            <a:ext cx="3048000" cy="1894681"/>
          </a:xfrm>
          <a:prstGeom prst="roundRect">
            <a:avLst>
              <a:gd name="adj" fmla="val 6703"/>
            </a:avLst>
          </a:prstGeom>
          <a:solidFill>
            <a:srgbClr val="FFFFFF"/>
          </a:solidFill>
          <a:ln/>
        </p:spPr>
      </p:sp>
      <p:sp>
        <p:nvSpPr>
          <p:cNvPr id="14" name="Text 10"/>
          <p:cNvSpPr/>
          <p:nvPr/>
        </p:nvSpPr>
        <p:spPr>
          <a:xfrm>
            <a:off x="8585200" y="1657350"/>
            <a:ext cx="261620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6A4BE0"/>
                </a:solidFill>
                <a:latin typeface="Noto Sans JP" pitchFamily="34" charset="0"/>
                <a:ea typeface="Noto Sans JP" pitchFamily="34" charset="-122"/>
                <a:cs typeface="Noto Sans JP" pitchFamily="34" charset="-120"/>
              </a:rPr>
              <a:t>3</a:t>
            </a:r>
            <a:endParaRPr lang="en-US" sz="2800" dirty="0"/>
          </a:p>
        </p:txBody>
      </p:sp>
      <p:sp>
        <p:nvSpPr>
          <p:cNvPr id="15" name="Text 11"/>
          <p:cNvSpPr/>
          <p:nvPr/>
        </p:nvSpPr>
        <p:spPr>
          <a:xfrm>
            <a:off x="8585200" y="2256730"/>
            <a:ext cx="261620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1B3A"/>
                </a:solidFill>
                <a:latin typeface="Noto Sans JP" pitchFamily="34" charset="0"/>
                <a:ea typeface="Noto Sans JP" pitchFamily="34" charset="-122"/>
                <a:cs typeface="Noto Sans JP" pitchFamily="34" charset="-120"/>
              </a:rPr>
              <a:t>公式ドキュメント</a:t>
            </a:r>
            <a:endParaRPr lang="en-US" sz="1700" dirty="0"/>
          </a:p>
        </p:txBody>
      </p:sp>
      <p:sp>
        <p:nvSpPr>
          <p:cNvPr id="16" name="Text 12"/>
          <p:cNvSpPr/>
          <p:nvPr/>
        </p:nvSpPr>
        <p:spPr>
          <a:xfrm>
            <a:off x="8585200" y="2617391"/>
            <a:ext cx="2616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英語のメッセージで</a:t>
            </a:r>
            <a:endParaRPr lang="en-US" sz="1200" dirty="0"/>
          </a:p>
          <a:p>
            <a:pPr algn="l" indent="0" marL="0">
              <a:lnSpc>
                <a:spcPts val="1680"/>
              </a:lnSpc>
              <a:buNone/>
            </a:pPr>
            <a:r>
              <a:rPr lang="en-US" sz="1200" dirty="0">
                <a:solidFill>
                  <a:srgbClr val="4A4760"/>
                </a:solidFill>
                <a:latin typeface="Noto Sans JP" pitchFamily="34" charset="0"/>
                <a:ea typeface="Noto Sans JP" pitchFamily="34" charset="-122"/>
                <a:cs typeface="Noto Sans JP" pitchFamily="34" charset="-120"/>
              </a:rPr>
              <a:t>Kiro・GitHub の公式を検索</a:t>
            </a:r>
            <a:endParaRPr lang="en-US" sz="1200" dirty="0"/>
          </a:p>
        </p:txBody>
      </p:sp>
      <p:sp>
        <p:nvSpPr>
          <p:cNvPr id="17" name="Text 13"/>
          <p:cNvSpPr/>
          <p:nvPr/>
        </p:nvSpPr>
        <p:spPr>
          <a:xfrm>
            <a:off x="812800" y="3552031"/>
            <a:ext cx="2198985" cy="383480"/>
          </a:xfrm>
          <a:prstGeom prst="roundRect">
            <a:avLst>
              <a:gd name="adj" fmla="val 50000"/>
            </a:avLst>
          </a:prstGeom>
          <a:solidFill>
            <a:srgbClr val="ECE8FA"/>
          </a:solidFill>
          <a:ln/>
        </p:spPr>
        <p:txBody>
          <a:bodyPr wrap="none" lIns="0" tIns="0" rIns="0" bIns="0" rtlCol="0" anchor="ctr">
            <a:normAutofit/>
          </a:bodyPr>
          <a:lstStyle/>
          <a:p>
            <a:pPr algn="ctr" indent="0" marL="0">
              <a:lnSpc>
                <a:spcPts val="1820"/>
              </a:lnSpc>
              <a:buNone/>
            </a:pPr>
            <a:r>
              <a:rPr lang="en-US" sz="1300" dirty="0">
                <a:solidFill>
                  <a:srgbClr val="1E1B3A"/>
                </a:solidFill>
                <a:latin typeface="Noto Sans JP" pitchFamily="34" charset="0"/>
                <a:ea typeface="Noto Sans JP" pitchFamily="34" charset="-122"/>
                <a:cs typeface="Noto Sans JP" pitchFamily="34" charset="-120"/>
              </a:rPr>
              <a:t>用語集 docs/glossary.md</a:t>
            </a:r>
            <a:endParaRPr lang="en-US" sz="1300" dirty="0"/>
          </a:p>
        </p:txBody>
      </p:sp>
      <p:sp>
        <p:nvSpPr>
          <p:cNvPr id="18" name="Text 14"/>
          <p:cNvSpPr/>
          <p:nvPr/>
        </p:nvSpPr>
        <p:spPr>
          <a:xfrm>
            <a:off x="3138785" y="3552031"/>
            <a:ext cx="2710160" cy="383480"/>
          </a:xfrm>
          <a:prstGeom prst="roundRect">
            <a:avLst>
              <a:gd name="adj" fmla="val 50000"/>
            </a:avLst>
          </a:prstGeom>
          <a:solidFill>
            <a:srgbClr val="ECE8FA"/>
          </a:solidFill>
          <a:ln/>
        </p:spPr>
        <p:txBody>
          <a:bodyPr wrap="none" lIns="0" tIns="0" rIns="0" bIns="0" rtlCol="0" anchor="ctr">
            <a:normAutofit/>
          </a:bodyPr>
          <a:lstStyle/>
          <a:p>
            <a:pPr algn="ctr" indent="0" marL="0">
              <a:lnSpc>
                <a:spcPts val="1820"/>
              </a:lnSpc>
              <a:buNone/>
            </a:pPr>
            <a:r>
              <a:rPr lang="en-US" sz="1300" dirty="0">
                <a:solidFill>
                  <a:srgbClr val="1E1B3A"/>
                </a:solidFill>
                <a:latin typeface="Noto Sans JP" pitchFamily="34" charset="0"/>
                <a:ea typeface="Noto Sans JP" pitchFamily="34" charset="-122"/>
                <a:cs typeface="Noto Sans JP" pitchFamily="34" charset="-120"/>
              </a:rPr>
              <a:t>プロンプト集 docs/prompts.md</a:t>
            </a:r>
            <a:endParaRPr lang="en-US" sz="1300" dirty="0"/>
          </a:p>
        </p:txBody>
      </p:sp>
      <p:sp>
        <p:nvSpPr>
          <p:cNvPr id="19" name="Text 15"/>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Kiro ハンズオン（公開版）</a:t>
            </a:r>
            <a:endParaRPr lang="en-US" sz="1200" dirty="0"/>
          </a:p>
        </p:txBody>
      </p:sp>
      <p:sp>
        <p:nvSpPr>
          <p:cNvPr id="20" name="Text 16"/>
          <p:cNvSpPr/>
          <p:nvPr/>
        </p:nvSpPr>
        <p:spPr>
          <a:xfrm>
            <a:off x="6146800" y="6238280"/>
            <a:ext cx="5232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880"/>
                </a:solidFill>
                <a:latin typeface="Noto Sans JP" pitchFamily="34" charset="0"/>
                <a:ea typeface="Noto Sans JP" pitchFamily="34" charset="-122"/>
                <a:cs typeface="Noto Sans JP" pitchFamily="34" charset="-120"/>
              </a:rPr>
              <a:t>docs/troubleshooting.md</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6A4BE0"/>
        </a:solidFill>
      </p:bgPr>
    </p:bg>
    <p:spTree>
      <p:nvGrpSpPr>
        <p:cNvPr id="1" name=""/>
        <p:cNvGrpSpPr/>
        <p:nvPr/>
      </p:nvGrpSpPr>
      <p:grpSpPr>
        <a:xfrm>
          <a:off x="0" y="0"/>
          <a:ext cx="0" cy="0"/>
          <a:chOff x="0" y="0"/>
          <a:chExt cx="0" cy="0"/>
        </a:xfrm>
      </p:grpSpPr>
      <p:sp>
        <p:nvSpPr>
          <p:cNvPr id="2" name="Text 0"/>
          <p:cNvSpPr/>
          <p:nvPr>
            <p:ph type="title"/>
          </p:nvPr>
        </p:nvSpPr>
        <p:spPr>
          <a:xfrm>
            <a:off x="812800" y="1712119"/>
            <a:ext cx="10883392" cy="695920"/>
          </a:xfrm>
          <a:prstGeom prst="rect">
            <a:avLst/>
          </a:prstGeom>
          <a:noFill/>
          <a:ln/>
        </p:spPr>
        <p:txBody>
          <a:bodyPr wrap="square" lIns="0" tIns="0" rIns="0" bIns="0" rtlCol="0" anchor="t">
            <a:normAutofit/>
          </a:bodyPr>
          <a:lstStyle/>
          <a:p>
            <a:pPr algn="l" indent="0" marL="0">
              <a:lnSpc>
                <a:spcPts val="5280"/>
              </a:lnSpc>
              <a:buNone/>
            </a:pPr>
            <a:r>
              <a:rPr lang="en-US" sz="4400" b="1" i="0" dirty="0">
                <a:solidFill>
                  <a:srgbClr val="F7F6FB"/>
                </a:solidFill>
                <a:latin typeface="Noto Sans JP" pitchFamily="34" charset="0"/>
                <a:ea typeface="Noto Sans JP" pitchFamily="34" charset="-122"/>
                <a:cs typeface="Noto Sans JP" pitchFamily="34" charset="-120"/>
              </a:rPr>
              <a:t>さあ、STEP 0 から</a:t>
            </a:r>
            <a:endParaRPr lang="en-US" sz="4400" dirty="0"/>
          </a:p>
        </p:txBody>
      </p:sp>
      <p:sp>
        <p:nvSpPr>
          <p:cNvPr id="3" name="Text 1"/>
          <p:cNvSpPr/>
          <p:nvPr/>
        </p:nvSpPr>
        <p:spPr>
          <a:xfrm>
            <a:off x="812800" y="2636639"/>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7F6FB"/>
                </a:solidFill>
                <a:latin typeface="Noto Sans JP" pitchFamily="34" charset="0"/>
                <a:ea typeface="Noto Sans JP" pitchFamily="34" charset="-122"/>
                <a:cs typeface="Noto Sans JP" pitchFamily="34" charset="-120"/>
              </a:rPr>
              <a:t>① リポジトリを開いて「Use this template」</a:t>
            </a:r>
            <a:endParaRPr lang="en-US" sz="1800" dirty="0"/>
          </a:p>
        </p:txBody>
      </p:sp>
      <p:sp>
        <p:nvSpPr>
          <p:cNvPr id="4" name="Text 2"/>
          <p:cNvSpPr/>
          <p:nvPr/>
        </p:nvSpPr>
        <p:spPr>
          <a:xfrm>
            <a:off x="812800" y="308362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7F6FB"/>
                </a:solidFill>
                <a:latin typeface="Noto Sans JP" pitchFamily="34" charset="0"/>
                <a:ea typeface="Noto Sans JP" pitchFamily="34" charset="-122"/>
                <a:cs typeface="Noto Sans JP" pitchFamily="34" charset="-120"/>
              </a:rPr>
              <a:t>② docs/00-environment.md の準備をそろえる</a:t>
            </a:r>
            <a:endParaRPr lang="en-US" sz="1800" dirty="0"/>
          </a:p>
        </p:txBody>
      </p:sp>
      <p:sp>
        <p:nvSpPr>
          <p:cNvPr id="5" name="Text 3"/>
          <p:cNvSpPr/>
          <p:nvPr/>
        </p:nvSpPr>
        <p:spPr>
          <a:xfrm>
            <a:off x="812800" y="353060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7F6FB"/>
                </a:solidFill>
                <a:latin typeface="Noto Sans JP" pitchFamily="34" charset="0"/>
                <a:ea typeface="Noto Sans JP" pitchFamily="34" charset="-122"/>
                <a:cs typeface="Noto Sans JP" pitchFamily="34" charset="-120"/>
              </a:rPr>
              <a:t>③ docs/self-study.md を読んで STEP 1 へ</a:t>
            </a:r>
            <a:endParaRPr lang="en-US" sz="1800" dirty="0"/>
          </a:p>
        </p:txBody>
      </p:sp>
      <p:sp>
        <p:nvSpPr>
          <p:cNvPr id="6" name="Text 4"/>
          <p:cNvSpPr/>
          <p:nvPr/>
        </p:nvSpPr>
        <p:spPr>
          <a:xfrm>
            <a:off x="812800" y="4104580"/>
            <a:ext cx="6985000" cy="573980"/>
          </a:xfrm>
          <a:prstGeom prst="roundRect">
            <a:avLst>
              <a:gd name="adj" fmla="val 17701"/>
            </a:avLst>
          </a:prstGeom>
          <a:solidFill>
            <a:srgbClr val="F7F6FB"/>
          </a:solidFill>
          <a:ln/>
        </p:spPr>
        <p:txBody>
          <a:bodyPr wrap="square" lIns="173442" tIns="97242" rIns="0" bIns="71842" rtlCol="0" anchor="t">
            <a:normAutofit/>
          </a:bodyPr>
          <a:lstStyle/>
          <a:p>
            <a:pPr algn="l" indent="0" marL="0">
              <a:lnSpc>
                <a:spcPts val="2520"/>
              </a:lnSpc>
              <a:buNone/>
            </a:pPr>
            <a:r>
              <a:rPr lang="en-US" sz="1800" b="1" dirty="0">
                <a:solidFill>
                  <a:srgbClr val="1E1B3A"/>
                </a:solidFill>
                <a:latin typeface="JetBrains Mono" pitchFamily="49" charset="0"/>
                <a:ea typeface="JetBrains Mono" pitchFamily="49" charset="-122"/>
                <a:cs typeface="JetBrains Mono" pitchFamily="49" charset="-120"/>
              </a:rPr>
              <a:t>github.com/multilayer/kiro-handson-practice</a:t>
            </a:r>
            <a:endParaRPr lang="en-US" sz="1800" dirty="0"/>
          </a:p>
        </p:txBody>
      </p:sp>
      <p:sp>
        <p:nvSpPr>
          <p:cNvPr id="7" name="Text 5"/>
          <p:cNvSpPr/>
          <p:nvPr/>
        </p:nvSpPr>
        <p:spPr>
          <a:xfrm>
            <a:off x="812800" y="493256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DCFF"/>
                </a:solidFill>
                <a:latin typeface="Noto Sans JP" pitchFamily="34" charset="0"/>
                <a:ea typeface="Noto Sans JP" pitchFamily="34" charset="-122"/>
                <a:cs typeface="Noto Sans JP" pitchFamily="34" charset="-120"/>
              </a:rPr>
              <a:t>画面表記・料金・モデル名は 2026年10月時点。内容は CC BY 4.0 で公開しています</a:t>
            </a:r>
            <a:endParaRPr lang="en-US" sz="1200" dirty="0"/>
          </a:p>
        </p:txBody>
      </p:sp>
    </p:spTree>
  </p:cSld>
  <p:clrMapOvr>
    <a:masterClrMapping/>
  </p:clrMapOvr>
</p:sld>
</file>

<file path=ppt/theme/theme1.xml><?xml version="1.0" encoding="utf-8"?>
<a:theme xmlns:a="http://schemas.openxmlformats.org/drawingml/2006/main" name="Kiroハンズオン 公開版スライド">
  <a:themeElements>
    <a:clrScheme name="Kiroハンズオン 公開版スライド">
      <a:dk1>
        <a:srgbClr val="1E1B3A"/>
      </a:dk1>
      <a:lt1>
        <a:srgbClr val="F7F6FB"/>
      </a:lt1>
      <a:dk2>
        <a:srgbClr val="54526A"/>
      </a:dk2>
      <a:lt2>
        <a:srgbClr val="E1E0E8"/>
      </a:lt2>
      <a:accent1>
        <a:srgbClr val="6A4BE0"/>
      </a:accent1>
      <a:accent2>
        <a:srgbClr val="FFB27A"/>
      </a:accent2>
      <a:accent3>
        <a:srgbClr val="B9A8FF"/>
      </a:accent3>
      <a:accent4>
        <a:srgbClr val="1F6FB2"/>
      </a:accent4>
      <a:accent5>
        <a:srgbClr val="B4531A"/>
      </a:accent5>
      <a:accent6>
        <a:srgbClr val="DCD3FA"/>
      </a:accent6>
      <a:hlink>
        <a:srgbClr val="0563C1"/>
      </a:hlink>
      <a:folHlink>
        <a:srgbClr val="954F72"/>
      </a:folHlink>
    </a:clrScheme>
    <a:fontScheme name="Kiroハンズオン 公開版スライド">
      <a:majorFont>
        <a:latin typeface="Noto Sans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Kiroハンズオン 公開版スライド</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2026-10-26T12:02:04Z</dcterms:created>
  <dcterms:modified xsi:type="dcterms:W3CDTF">2026-10-26T12:02:04Z</dcterms:modified>
</cp:coreProperties>
</file>